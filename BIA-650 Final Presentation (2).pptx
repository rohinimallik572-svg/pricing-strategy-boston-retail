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70" r:id="rId4"/>
    <p:sldId id="274" r:id="rId5"/>
    <p:sldId id="276" r:id="rId6"/>
    <p:sldId id="269" r:id="rId7"/>
    <p:sldId id="259" r:id="rId8"/>
    <p:sldId id="260" r:id="rId9"/>
    <p:sldId id="261" r:id="rId10"/>
    <p:sldId id="275" r:id="rId11"/>
    <p:sldId id="278" r:id="rId12"/>
    <p:sldId id="271" r:id="rId13"/>
    <p:sldId id="272" r:id="rId14"/>
    <p:sldId id="263" r:id="rId15"/>
    <p:sldId id="264" r:id="rId16"/>
    <p:sldId id="277" r:id="rId17"/>
    <p:sldId id="265" r:id="rId18"/>
    <p:sldId id="266" r:id="rId19"/>
    <p:sldId id="267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BD3282-6808-473E-A57B-F84AE8FBFB14}">
          <p14:sldIdLst>
            <p14:sldId id="256"/>
            <p14:sldId id="257"/>
            <p14:sldId id="270"/>
            <p14:sldId id="274"/>
            <p14:sldId id="276"/>
            <p14:sldId id="269"/>
            <p14:sldId id="259"/>
            <p14:sldId id="260"/>
            <p14:sldId id="261"/>
            <p14:sldId id="275"/>
            <p14:sldId id="278"/>
            <p14:sldId id="271"/>
            <p14:sldId id="272"/>
            <p14:sldId id="263"/>
            <p14:sldId id="264"/>
            <p14:sldId id="277"/>
            <p14:sldId id="265"/>
            <p14:sldId id="266"/>
            <p14:sldId id="267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1"/>
  </p:normalViewPr>
  <p:slideViewPr>
    <p:cSldViewPr snapToGrid="0">
      <p:cViewPr varScale="1">
        <p:scale>
          <a:sx n="116" d="100"/>
          <a:sy n="116" d="100"/>
        </p:scale>
        <p:origin x="44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C7699B-C34E-4127-915C-66B0772C898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11B3C0-EDD7-408D-83ED-3E16B2969847}">
      <dgm:prSet/>
      <dgm:spPr/>
      <dgm:t>
        <a:bodyPr/>
        <a:lstStyle/>
        <a:p>
          <a:r>
            <a:rPr lang="en-US"/>
            <a:t>Introduction </a:t>
          </a:r>
        </a:p>
      </dgm:t>
    </dgm:pt>
    <dgm:pt modelId="{6E328500-20D4-47D8-965C-F46D41F8672B}" type="parTrans" cxnId="{660E96C3-5B3E-4365-925D-16D9121618CA}">
      <dgm:prSet/>
      <dgm:spPr/>
      <dgm:t>
        <a:bodyPr/>
        <a:lstStyle/>
        <a:p>
          <a:endParaRPr lang="en-US"/>
        </a:p>
      </dgm:t>
    </dgm:pt>
    <dgm:pt modelId="{3DEF8F93-3F75-470C-AB3E-92BD6E93D1D5}" type="sibTrans" cxnId="{660E96C3-5B3E-4365-925D-16D9121618CA}">
      <dgm:prSet/>
      <dgm:spPr/>
      <dgm:t>
        <a:bodyPr/>
        <a:lstStyle/>
        <a:p>
          <a:endParaRPr lang="en-US"/>
        </a:p>
      </dgm:t>
    </dgm:pt>
    <dgm:pt modelId="{EC9C49ED-8649-4D92-B4BB-978F124A48B1}">
      <dgm:prSet/>
      <dgm:spPr/>
      <dgm:t>
        <a:bodyPr/>
        <a:lstStyle/>
        <a:p>
          <a:r>
            <a:rPr lang="en-US"/>
            <a:t>Overview of Airbnb in Boston </a:t>
          </a:r>
        </a:p>
      </dgm:t>
    </dgm:pt>
    <dgm:pt modelId="{3F18725B-67B4-46FA-85CD-CA362D72768F}" type="parTrans" cxnId="{8E5361B2-08D4-4F82-929D-11F60A3EE403}">
      <dgm:prSet/>
      <dgm:spPr/>
      <dgm:t>
        <a:bodyPr/>
        <a:lstStyle/>
        <a:p>
          <a:endParaRPr lang="en-US"/>
        </a:p>
      </dgm:t>
    </dgm:pt>
    <dgm:pt modelId="{A6592BCE-1709-4545-A524-3D558F4AB809}" type="sibTrans" cxnId="{8E5361B2-08D4-4F82-929D-11F60A3EE403}">
      <dgm:prSet/>
      <dgm:spPr/>
      <dgm:t>
        <a:bodyPr/>
        <a:lstStyle/>
        <a:p>
          <a:endParaRPr lang="en-US"/>
        </a:p>
      </dgm:t>
    </dgm:pt>
    <dgm:pt modelId="{EB9BB0EA-961D-48F1-8C75-B727A87A6D57}">
      <dgm:prSet/>
      <dgm:spPr/>
      <dgm:t>
        <a:bodyPr/>
        <a:lstStyle/>
        <a:p>
          <a:r>
            <a:rPr lang="en-US"/>
            <a:t>Problem Statement and Objective </a:t>
          </a:r>
        </a:p>
      </dgm:t>
    </dgm:pt>
    <dgm:pt modelId="{DA780979-6515-4BA4-9178-1BF4D0F76892}" type="parTrans" cxnId="{08431B69-63A1-4C0A-BA6F-381A1FC91FEC}">
      <dgm:prSet/>
      <dgm:spPr/>
      <dgm:t>
        <a:bodyPr/>
        <a:lstStyle/>
        <a:p>
          <a:endParaRPr lang="en-US"/>
        </a:p>
      </dgm:t>
    </dgm:pt>
    <dgm:pt modelId="{2675C5C7-8251-49E7-B325-80FC14E6D1EB}" type="sibTrans" cxnId="{08431B69-63A1-4C0A-BA6F-381A1FC91FEC}">
      <dgm:prSet/>
      <dgm:spPr/>
      <dgm:t>
        <a:bodyPr/>
        <a:lstStyle/>
        <a:p>
          <a:endParaRPr lang="en-US"/>
        </a:p>
      </dgm:t>
    </dgm:pt>
    <dgm:pt modelId="{4A82CB18-A462-4D04-9489-F8B5AE5040D0}">
      <dgm:prSet/>
      <dgm:spPr/>
      <dgm:t>
        <a:bodyPr/>
        <a:lstStyle/>
        <a:p>
          <a:r>
            <a:rPr lang="en-US"/>
            <a:t>Research Methodology</a:t>
          </a:r>
        </a:p>
      </dgm:t>
    </dgm:pt>
    <dgm:pt modelId="{72EBEC30-F163-4CAD-8668-3C4ABF0ACECD}" type="parTrans" cxnId="{FB4B1293-1433-44BA-90B1-8BFE7B503730}">
      <dgm:prSet/>
      <dgm:spPr/>
      <dgm:t>
        <a:bodyPr/>
        <a:lstStyle/>
        <a:p>
          <a:endParaRPr lang="en-US"/>
        </a:p>
      </dgm:t>
    </dgm:pt>
    <dgm:pt modelId="{A1EE0974-234F-451B-8A86-2A5D4E63E198}" type="sibTrans" cxnId="{FB4B1293-1433-44BA-90B1-8BFE7B503730}">
      <dgm:prSet/>
      <dgm:spPr/>
      <dgm:t>
        <a:bodyPr/>
        <a:lstStyle/>
        <a:p>
          <a:endParaRPr lang="en-US"/>
        </a:p>
      </dgm:t>
    </dgm:pt>
    <dgm:pt modelId="{A38CB5DF-D761-40DC-9F07-D6506214EBD6}">
      <dgm:prSet/>
      <dgm:spPr/>
      <dgm:t>
        <a:bodyPr/>
        <a:lstStyle/>
        <a:p>
          <a:r>
            <a:rPr lang="en-US"/>
            <a:t>Data Sources and Feature - </a:t>
          </a:r>
        </a:p>
      </dgm:t>
    </dgm:pt>
    <dgm:pt modelId="{0D04468A-ED6B-43D3-BD2A-C100ECC9D8ED}" type="parTrans" cxnId="{50DE94BC-96BC-4DCA-AF76-163638AFFA46}">
      <dgm:prSet/>
      <dgm:spPr/>
      <dgm:t>
        <a:bodyPr/>
        <a:lstStyle/>
        <a:p>
          <a:endParaRPr lang="en-US"/>
        </a:p>
      </dgm:t>
    </dgm:pt>
    <dgm:pt modelId="{98B7D637-4795-472A-8BF7-11A3E3118651}" type="sibTrans" cxnId="{50DE94BC-96BC-4DCA-AF76-163638AFFA46}">
      <dgm:prSet/>
      <dgm:spPr/>
      <dgm:t>
        <a:bodyPr/>
        <a:lstStyle/>
        <a:p>
          <a:endParaRPr lang="en-US"/>
        </a:p>
      </dgm:t>
    </dgm:pt>
    <dgm:pt modelId="{07F15937-1AA3-4803-A4ED-2BEFED914D78}">
      <dgm:prSet/>
      <dgm:spPr/>
      <dgm:t>
        <a:bodyPr/>
        <a:lstStyle/>
        <a:p>
          <a:r>
            <a:rPr lang="en-US"/>
            <a:t>Data Preprocessing and Feature Engineering </a:t>
          </a:r>
        </a:p>
      </dgm:t>
    </dgm:pt>
    <dgm:pt modelId="{6CF7CCFD-CB07-4EA5-9FFD-C575F5766327}" type="parTrans" cxnId="{B7169CB1-5031-4F81-9FE3-A408BD79FDCE}">
      <dgm:prSet/>
      <dgm:spPr/>
      <dgm:t>
        <a:bodyPr/>
        <a:lstStyle/>
        <a:p>
          <a:endParaRPr lang="en-US"/>
        </a:p>
      </dgm:t>
    </dgm:pt>
    <dgm:pt modelId="{F272122A-EB08-417D-A266-88E9D5AC7A57}" type="sibTrans" cxnId="{B7169CB1-5031-4F81-9FE3-A408BD79FDCE}">
      <dgm:prSet/>
      <dgm:spPr/>
      <dgm:t>
        <a:bodyPr/>
        <a:lstStyle/>
        <a:p>
          <a:endParaRPr lang="en-US"/>
        </a:p>
      </dgm:t>
    </dgm:pt>
    <dgm:pt modelId="{F3B2979A-E37A-4C13-8648-EC83BB683558}">
      <dgm:prSet/>
      <dgm:spPr/>
      <dgm:t>
        <a:bodyPr/>
        <a:lstStyle/>
        <a:p>
          <a:r>
            <a:rPr lang="en-US"/>
            <a:t>Predictive Modeling and Classification </a:t>
          </a:r>
        </a:p>
      </dgm:t>
    </dgm:pt>
    <dgm:pt modelId="{E2EF9F2F-5A5D-4959-B434-AD1F6FF5E17A}" type="parTrans" cxnId="{E5D95F7F-E7DC-4C63-BF7E-5457B910AA86}">
      <dgm:prSet/>
      <dgm:spPr/>
      <dgm:t>
        <a:bodyPr/>
        <a:lstStyle/>
        <a:p>
          <a:endParaRPr lang="en-US"/>
        </a:p>
      </dgm:t>
    </dgm:pt>
    <dgm:pt modelId="{1CFDFDEC-B36D-4F52-B2F0-06D916C6AA04}" type="sibTrans" cxnId="{E5D95F7F-E7DC-4C63-BF7E-5457B910AA86}">
      <dgm:prSet/>
      <dgm:spPr/>
      <dgm:t>
        <a:bodyPr/>
        <a:lstStyle/>
        <a:p>
          <a:endParaRPr lang="en-US"/>
        </a:p>
      </dgm:t>
    </dgm:pt>
    <dgm:pt modelId="{5AEBCA65-A014-4039-8551-5D905F0D3B7F}">
      <dgm:prSet/>
      <dgm:spPr/>
      <dgm:t>
        <a:bodyPr/>
        <a:lstStyle/>
        <a:p>
          <a:r>
            <a:rPr lang="en-US"/>
            <a:t>Geographic Clustering </a:t>
          </a:r>
        </a:p>
      </dgm:t>
    </dgm:pt>
    <dgm:pt modelId="{E5CE8B44-2996-4D94-95DB-8AD00E30B828}" type="parTrans" cxnId="{B315A6A7-5E80-45A9-B712-B069D023BC4C}">
      <dgm:prSet/>
      <dgm:spPr/>
      <dgm:t>
        <a:bodyPr/>
        <a:lstStyle/>
        <a:p>
          <a:endParaRPr lang="en-US"/>
        </a:p>
      </dgm:t>
    </dgm:pt>
    <dgm:pt modelId="{2772AC7A-B88D-4C25-BB51-C000573426F3}" type="sibTrans" cxnId="{B315A6A7-5E80-45A9-B712-B069D023BC4C}">
      <dgm:prSet/>
      <dgm:spPr/>
      <dgm:t>
        <a:bodyPr/>
        <a:lstStyle/>
        <a:p>
          <a:endParaRPr lang="en-US"/>
        </a:p>
      </dgm:t>
    </dgm:pt>
    <dgm:pt modelId="{0E9BBBC3-978F-42E0-84B9-A73FD48AF421}">
      <dgm:prSet/>
      <dgm:spPr/>
      <dgm:t>
        <a:bodyPr/>
        <a:lstStyle/>
        <a:p>
          <a:r>
            <a:rPr lang="en-US"/>
            <a:t>Visualizations and Tableau Dashboard</a:t>
          </a:r>
        </a:p>
      </dgm:t>
    </dgm:pt>
    <dgm:pt modelId="{4D6358CC-9D9D-4F34-9E72-CE3C87E90A8F}" type="parTrans" cxnId="{8B7BFFE4-03E6-42FF-BE2A-90C7C26ADA5B}">
      <dgm:prSet/>
      <dgm:spPr/>
      <dgm:t>
        <a:bodyPr/>
        <a:lstStyle/>
        <a:p>
          <a:endParaRPr lang="en-US"/>
        </a:p>
      </dgm:t>
    </dgm:pt>
    <dgm:pt modelId="{8798332D-D501-4984-AD05-DFE181EAFF35}" type="sibTrans" cxnId="{8B7BFFE4-03E6-42FF-BE2A-90C7C26ADA5B}">
      <dgm:prSet/>
      <dgm:spPr/>
      <dgm:t>
        <a:bodyPr/>
        <a:lstStyle/>
        <a:p>
          <a:endParaRPr lang="en-US"/>
        </a:p>
      </dgm:t>
    </dgm:pt>
    <dgm:pt modelId="{83E6B899-9017-4D33-AA20-3DC6E992BA5D}">
      <dgm:prSet/>
      <dgm:spPr/>
      <dgm:t>
        <a:bodyPr/>
        <a:lstStyle/>
        <a:p>
          <a:r>
            <a:rPr lang="en-US"/>
            <a:t>Discussion of Insights</a:t>
          </a:r>
        </a:p>
      </dgm:t>
    </dgm:pt>
    <dgm:pt modelId="{B3F7B651-8D3E-453F-980F-A6335EB05582}" type="parTrans" cxnId="{07D14866-8DF3-4AE9-BE9F-F13CB1C7D014}">
      <dgm:prSet/>
      <dgm:spPr/>
      <dgm:t>
        <a:bodyPr/>
        <a:lstStyle/>
        <a:p>
          <a:endParaRPr lang="en-US"/>
        </a:p>
      </dgm:t>
    </dgm:pt>
    <dgm:pt modelId="{D87DA918-544F-44D2-937D-51FFADEBB599}" type="sibTrans" cxnId="{07D14866-8DF3-4AE9-BE9F-F13CB1C7D014}">
      <dgm:prSet/>
      <dgm:spPr/>
      <dgm:t>
        <a:bodyPr/>
        <a:lstStyle/>
        <a:p>
          <a:endParaRPr lang="en-US"/>
        </a:p>
      </dgm:t>
    </dgm:pt>
    <dgm:pt modelId="{F64CFFA6-B242-4278-9A3B-B81119EE0924}">
      <dgm:prSet/>
      <dgm:spPr/>
      <dgm:t>
        <a:bodyPr/>
        <a:lstStyle/>
        <a:p>
          <a:r>
            <a:rPr lang="en-US"/>
            <a:t>Limitations and Future Scope</a:t>
          </a:r>
        </a:p>
      </dgm:t>
    </dgm:pt>
    <dgm:pt modelId="{344543F1-9CF0-4532-AE65-A6E8AEDF3AED}" type="parTrans" cxnId="{B6CC07E8-34BD-4A76-899F-3F1AC7AF036A}">
      <dgm:prSet/>
      <dgm:spPr/>
      <dgm:t>
        <a:bodyPr/>
        <a:lstStyle/>
        <a:p>
          <a:endParaRPr lang="en-US"/>
        </a:p>
      </dgm:t>
    </dgm:pt>
    <dgm:pt modelId="{2415AA28-8DAB-41C4-A440-85BA729B9AFE}" type="sibTrans" cxnId="{B6CC07E8-34BD-4A76-899F-3F1AC7AF036A}">
      <dgm:prSet/>
      <dgm:spPr/>
      <dgm:t>
        <a:bodyPr/>
        <a:lstStyle/>
        <a:p>
          <a:endParaRPr lang="en-US"/>
        </a:p>
      </dgm:t>
    </dgm:pt>
    <dgm:pt modelId="{02D2A40D-8B65-41AA-BB2C-7D9102C7E5F5}">
      <dgm:prSet/>
      <dgm:spPr/>
      <dgm:t>
        <a:bodyPr/>
        <a:lstStyle/>
        <a:p>
          <a:r>
            <a:rPr lang="en-US"/>
            <a:t>Conclusion</a:t>
          </a:r>
        </a:p>
      </dgm:t>
    </dgm:pt>
    <dgm:pt modelId="{6E75CB7D-73A2-4B20-9EEC-A1B6B5E31F77}" type="parTrans" cxnId="{AC2088DE-31B1-47ED-93BC-7E2FF98DEF1E}">
      <dgm:prSet/>
      <dgm:spPr/>
      <dgm:t>
        <a:bodyPr/>
        <a:lstStyle/>
        <a:p>
          <a:endParaRPr lang="en-US"/>
        </a:p>
      </dgm:t>
    </dgm:pt>
    <dgm:pt modelId="{BB9243FE-FE9E-4361-807A-F422BB5AE50F}" type="sibTrans" cxnId="{AC2088DE-31B1-47ED-93BC-7E2FF98DEF1E}">
      <dgm:prSet/>
      <dgm:spPr/>
      <dgm:t>
        <a:bodyPr/>
        <a:lstStyle/>
        <a:p>
          <a:endParaRPr lang="en-US"/>
        </a:p>
      </dgm:t>
    </dgm:pt>
    <dgm:pt modelId="{960217F2-631F-41D3-A516-F725C2BE0396}" type="pres">
      <dgm:prSet presAssocID="{8EC7699B-C34E-4127-915C-66B0772C898E}" presName="vert0" presStyleCnt="0">
        <dgm:presLayoutVars>
          <dgm:dir/>
          <dgm:animOne val="branch"/>
          <dgm:animLvl val="lvl"/>
        </dgm:presLayoutVars>
      </dgm:prSet>
      <dgm:spPr/>
    </dgm:pt>
    <dgm:pt modelId="{6C7B0F3B-FE6F-4082-BB97-72F4F09ABA8A}" type="pres">
      <dgm:prSet presAssocID="{BB11B3C0-EDD7-408D-83ED-3E16B2969847}" presName="thickLine" presStyleLbl="alignNode1" presStyleIdx="0" presStyleCnt="12"/>
      <dgm:spPr/>
    </dgm:pt>
    <dgm:pt modelId="{259D3CFD-448C-4C8D-9124-997E86B6720F}" type="pres">
      <dgm:prSet presAssocID="{BB11B3C0-EDD7-408D-83ED-3E16B2969847}" presName="horz1" presStyleCnt="0"/>
      <dgm:spPr/>
    </dgm:pt>
    <dgm:pt modelId="{E72D4D67-9959-42C0-8CA6-AAFD6012DF58}" type="pres">
      <dgm:prSet presAssocID="{BB11B3C0-EDD7-408D-83ED-3E16B2969847}" presName="tx1" presStyleLbl="revTx" presStyleIdx="0" presStyleCnt="12"/>
      <dgm:spPr/>
    </dgm:pt>
    <dgm:pt modelId="{488EE6D9-8C48-4358-AB14-A8AF040D9CA4}" type="pres">
      <dgm:prSet presAssocID="{BB11B3C0-EDD7-408D-83ED-3E16B2969847}" presName="vert1" presStyleCnt="0"/>
      <dgm:spPr/>
    </dgm:pt>
    <dgm:pt modelId="{3BEB5D18-E249-446C-83D6-A4098E1FB952}" type="pres">
      <dgm:prSet presAssocID="{EC9C49ED-8649-4D92-B4BB-978F124A48B1}" presName="thickLine" presStyleLbl="alignNode1" presStyleIdx="1" presStyleCnt="12"/>
      <dgm:spPr/>
    </dgm:pt>
    <dgm:pt modelId="{471B76F7-4DCC-4ADC-B22D-D79339DD8839}" type="pres">
      <dgm:prSet presAssocID="{EC9C49ED-8649-4D92-B4BB-978F124A48B1}" presName="horz1" presStyleCnt="0"/>
      <dgm:spPr/>
    </dgm:pt>
    <dgm:pt modelId="{B59F7FC4-F183-4F00-948F-CB2FE9A9E255}" type="pres">
      <dgm:prSet presAssocID="{EC9C49ED-8649-4D92-B4BB-978F124A48B1}" presName="tx1" presStyleLbl="revTx" presStyleIdx="1" presStyleCnt="12"/>
      <dgm:spPr/>
    </dgm:pt>
    <dgm:pt modelId="{1DFFDF16-B82E-4379-AB6D-7C8B006A8007}" type="pres">
      <dgm:prSet presAssocID="{EC9C49ED-8649-4D92-B4BB-978F124A48B1}" presName="vert1" presStyleCnt="0"/>
      <dgm:spPr/>
    </dgm:pt>
    <dgm:pt modelId="{13C7BF83-195A-4E17-9F7D-22CF61900F59}" type="pres">
      <dgm:prSet presAssocID="{EB9BB0EA-961D-48F1-8C75-B727A87A6D57}" presName="thickLine" presStyleLbl="alignNode1" presStyleIdx="2" presStyleCnt="12"/>
      <dgm:spPr/>
    </dgm:pt>
    <dgm:pt modelId="{AB56649A-E5E6-4A41-A419-EC8D44D81CA0}" type="pres">
      <dgm:prSet presAssocID="{EB9BB0EA-961D-48F1-8C75-B727A87A6D57}" presName="horz1" presStyleCnt="0"/>
      <dgm:spPr/>
    </dgm:pt>
    <dgm:pt modelId="{5531221D-A48E-4614-B437-DC7AFF20F4F0}" type="pres">
      <dgm:prSet presAssocID="{EB9BB0EA-961D-48F1-8C75-B727A87A6D57}" presName="tx1" presStyleLbl="revTx" presStyleIdx="2" presStyleCnt="12"/>
      <dgm:spPr/>
    </dgm:pt>
    <dgm:pt modelId="{2D13875D-A314-45CB-95D2-16F8F4D9B180}" type="pres">
      <dgm:prSet presAssocID="{EB9BB0EA-961D-48F1-8C75-B727A87A6D57}" presName="vert1" presStyleCnt="0"/>
      <dgm:spPr/>
    </dgm:pt>
    <dgm:pt modelId="{8CEC6BA7-48EC-4940-9976-FB1690E311C5}" type="pres">
      <dgm:prSet presAssocID="{4A82CB18-A462-4D04-9489-F8B5AE5040D0}" presName="thickLine" presStyleLbl="alignNode1" presStyleIdx="3" presStyleCnt="12"/>
      <dgm:spPr/>
    </dgm:pt>
    <dgm:pt modelId="{21772C23-6234-4226-A6A0-05D5013ABE04}" type="pres">
      <dgm:prSet presAssocID="{4A82CB18-A462-4D04-9489-F8B5AE5040D0}" presName="horz1" presStyleCnt="0"/>
      <dgm:spPr/>
    </dgm:pt>
    <dgm:pt modelId="{D571BE08-D1CF-4530-A00F-95BF7F479D1D}" type="pres">
      <dgm:prSet presAssocID="{4A82CB18-A462-4D04-9489-F8B5AE5040D0}" presName="tx1" presStyleLbl="revTx" presStyleIdx="3" presStyleCnt="12"/>
      <dgm:spPr/>
    </dgm:pt>
    <dgm:pt modelId="{B955E87E-070E-4E13-99B6-018839AEA2A6}" type="pres">
      <dgm:prSet presAssocID="{4A82CB18-A462-4D04-9489-F8B5AE5040D0}" presName="vert1" presStyleCnt="0"/>
      <dgm:spPr/>
    </dgm:pt>
    <dgm:pt modelId="{CC25243A-5F1C-4F06-98EF-6862B6E93A45}" type="pres">
      <dgm:prSet presAssocID="{A38CB5DF-D761-40DC-9F07-D6506214EBD6}" presName="thickLine" presStyleLbl="alignNode1" presStyleIdx="4" presStyleCnt="12"/>
      <dgm:spPr/>
    </dgm:pt>
    <dgm:pt modelId="{E1DDC76E-09BC-4338-88EC-5D626159D85D}" type="pres">
      <dgm:prSet presAssocID="{A38CB5DF-D761-40DC-9F07-D6506214EBD6}" presName="horz1" presStyleCnt="0"/>
      <dgm:spPr/>
    </dgm:pt>
    <dgm:pt modelId="{1096E8D6-DB9F-4552-82A2-5995242E6E17}" type="pres">
      <dgm:prSet presAssocID="{A38CB5DF-D761-40DC-9F07-D6506214EBD6}" presName="tx1" presStyleLbl="revTx" presStyleIdx="4" presStyleCnt="12"/>
      <dgm:spPr/>
    </dgm:pt>
    <dgm:pt modelId="{C8368304-587C-4520-9848-5A21DF8E1573}" type="pres">
      <dgm:prSet presAssocID="{A38CB5DF-D761-40DC-9F07-D6506214EBD6}" presName="vert1" presStyleCnt="0"/>
      <dgm:spPr/>
    </dgm:pt>
    <dgm:pt modelId="{E575CC7D-93E3-4CE8-9815-73C35766E887}" type="pres">
      <dgm:prSet presAssocID="{07F15937-1AA3-4803-A4ED-2BEFED914D78}" presName="thickLine" presStyleLbl="alignNode1" presStyleIdx="5" presStyleCnt="12"/>
      <dgm:spPr/>
    </dgm:pt>
    <dgm:pt modelId="{6FB7A9EB-1A6F-4108-BF52-70241D9681CF}" type="pres">
      <dgm:prSet presAssocID="{07F15937-1AA3-4803-A4ED-2BEFED914D78}" presName="horz1" presStyleCnt="0"/>
      <dgm:spPr/>
    </dgm:pt>
    <dgm:pt modelId="{B0CEDDBC-915B-4EDA-AE8D-A6FCF277BF4B}" type="pres">
      <dgm:prSet presAssocID="{07F15937-1AA3-4803-A4ED-2BEFED914D78}" presName="tx1" presStyleLbl="revTx" presStyleIdx="5" presStyleCnt="12"/>
      <dgm:spPr/>
    </dgm:pt>
    <dgm:pt modelId="{35532C43-DC95-4C8F-AE70-CDAD5FE03608}" type="pres">
      <dgm:prSet presAssocID="{07F15937-1AA3-4803-A4ED-2BEFED914D78}" presName="vert1" presStyleCnt="0"/>
      <dgm:spPr/>
    </dgm:pt>
    <dgm:pt modelId="{23B3F559-789C-45B9-9413-C9E98183E896}" type="pres">
      <dgm:prSet presAssocID="{F3B2979A-E37A-4C13-8648-EC83BB683558}" presName="thickLine" presStyleLbl="alignNode1" presStyleIdx="6" presStyleCnt="12"/>
      <dgm:spPr/>
    </dgm:pt>
    <dgm:pt modelId="{1C0AF50E-3692-4B89-A4A8-9AD88C0A7E6C}" type="pres">
      <dgm:prSet presAssocID="{F3B2979A-E37A-4C13-8648-EC83BB683558}" presName="horz1" presStyleCnt="0"/>
      <dgm:spPr/>
    </dgm:pt>
    <dgm:pt modelId="{F9D5BC83-68E1-4167-9D97-597E34C30F4F}" type="pres">
      <dgm:prSet presAssocID="{F3B2979A-E37A-4C13-8648-EC83BB683558}" presName="tx1" presStyleLbl="revTx" presStyleIdx="6" presStyleCnt="12"/>
      <dgm:spPr/>
    </dgm:pt>
    <dgm:pt modelId="{96E3A0A5-0C81-455E-943C-D3015154552B}" type="pres">
      <dgm:prSet presAssocID="{F3B2979A-E37A-4C13-8648-EC83BB683558}" presName="vert1" presStyleCnt="0"/>
      <dgm:spPr/>
    </dgm:pt>
    <dgm:pt modelId="{673C1B40-AF20-496A-957B-B0FC673CDDC8}" type="pres">
      <dgm:prSet presAssocID="{5AEBCA65-A014-4039-8551-5D905F0D3B7F}" presName="thickLine" presStyleLbl="alignNode1" presStyleIdx="7" presStyleCnt="12"/>
      <dgm:spPr/>
    </dgm:pt>
    <dgm:pt modelId="{DE8B6596-4089-4669-93E5-DF62B9EA17A4}" type="pres">
      <dgm:prSet presAssocID="{5AEBCA65-A014-4039-8551-5D905F0D3B7F}" presName="horz1" presStyleCnt="0"/>
      <dgm:spPr/>
    </dgm:pt>
    <dgm:pt modelId="{2170C4E4-22A9-4F31-9F07-38E0F60804E0}" type="pres">
      <dgm:prSet presAssocID="{5AEBCA65-A014-4039-8551-5D905F0D3B7F}" presName="tx1" presStyleLbl="revTx" presStyleIdx="7" presStyleCnt="12"/>
      <dgm:spPr/>
    </dgm:pt>
    <dgm:pt modelId="{8433EE8C-978E-4113-AB8A-5FB61182427A}" type="pres">
      <dgm:prSet presAssocID="{5AEBCA65-A014-4039-8551-5D905F0D3B7F}" presName="vert1" presStyleCnt="0"/>
      <dgm:spPr/>
    </dgm:pt>
    <dgm:pt modelId="{CFB6DE4D-D699-4D94-AE47-9CE7CD60948F}" type="pres">
      <dgm:prSet presAssocID="{0E9BBBC3-978F-42E0-84B9-A73FD48AF421}" presName="thickLine" presStyleLbl="alignNode1" presStyleIdx="8" presStyleCnt="12"/>
      <dgm:spPr/>
    </dgm:pt>
    <dgm:pt modelId="{DC6BF0B0-461E-4A40-8592-816F107EE54C}" type="pres">
      <dgm:prSet presAssocID="{0E9BBBC3-978F-42E0-84B9-A73FD48AF421}" presName="horz1" presStyleCnt="0"/>
      <dgm:spPr/>
    </dgm:pt>
    <dgm:pt modelId="{CF0DFE18-653D-4085-90C2-F61E2E4C99E9}" type="pres">
      <dgm:prSet presAssocID="{0E9BBBC3-978F-42E0-84B9-A73FD48AF421}" presName="tx1" presStyleLbl="revTx" presStyleIdx="8" presStyleCnt="12"/>
      <dgm:spPr/>
    </dgm:pt>
    <dgm:pt modelId="{D201606B-1C8A-4D72-A4B7-B33AF9441414}" type="pres">
      <dgm:prSet presAssocID="{0E9BBBC3-978F-42E0-84B9-A73FD48AF421}" presName="vert1" presStyleCnt="0"/>
      <dgm:spPr/>
    </dgm:pt>
    <dgm:pt modelId="{2EB58B4B-5E0C-4EEA-A68F-CEFEC952E49B}" type="pres">
      <dgm:prSet presAssocID="{83E6B899-9017-4D33-AA20-3DC6E992BA5D}" presName="thickLine" presStyleLbl="alignNode1" presStyleIdx="9" presStyleCnt="12"/>
      <dgm:spPr/>
    </dgm:pt>
    <dgm:pt modelId="{EBF1B185-CF0A-4310-AB31-52FFE3D4C803}" type="pres">
      <dgm:prSet presAssocID="{83E6B899-9017-4D33-AA20-3DC6E992BA5D}" presName="horz1" presStyleCnt="0"/>
      <dgm:spPr/>
    </dgm:pt>
    <dgm:pt modelId="{974EF9A5-146E-4144-8263-66F9559F474E}" type="pres">
      <dgm:prSet presAssocID="{83E6B899-9017-4D33-AA20-3DC6E992BA5D}" presName="tx1" presStyleLbl="revTx" presStyleIdx="9" presStyleCnt="12"/>
      <dgm:spPr/>
    </dgm:pt>
    <dgm:pt modelId="{6D5A53D8-6772-4764-892D-BC31DF32C8EF}" type="pres">
      <dgm:prSet presAssocID="{83E6B899-9017-4D33-AA20-3DC6E992BA5D}" presName="vert1" presStyleCnt="0"/>
      <dgm:spPr/>
    </dgm:pt>
    <dgm:pt modelId="{53AC1249-F19C-45F9-9052-874CC09BABAB}" type="pres">
      <dgm:prSet presAssocID="{F64CFFA6-B242-4278-9A3B-B81119EE0924}" presName="thickLine" presStyleLbl="alignNode1" presStyleIdx="10" presStyleCnt="12"/>
      <dgm:spPr/>
    </dgm:pt>
    <dgm:pt modelId="{CBC7F19A-F1E8-4BCD-A9AB-9F4E0A466B79}" type="pres">
      <dgm:prSet presAssocID="{F64CFFA6-B242-4278-9A3B-B81119EE0924}" presName="horz1" presStyleCnt="0"/>
      <dgm:spPr/>
    </dgm:pt>
    <dgm:pt modelId="{166BD399-56D6-4B3A-93A2-DB61E75F1805}" type="pres">
      <dgm:prSet presAssocID="{F64CFFA6-B242-4278-9A3B-B81119EE0924}" presName="tx1" presStyleLbl="revTx" presStyleIdx="10" presStyleCnt="12"/>
      <dgm:spPr/>
    </dgm:pt>
    <dgm:pt modelId="{1CD9EF9E-879C-42DD-A727-2AFC00FA1723}" type="pres">
      <dgm:prSet presAssocID="{F64CFFA6-B242-4278-9A3B-B81119EE0924}" presName="vert1" presStyleCnt="0"/>
      <dgm:spPr/>
    </dgm:pt>
    <dgm:pt modelId="{90461081-CF22-4480-8D47-5B6540FC5816}" type="pres">
      <dgm:prSet presAssocID="{02D2A40D-8B65-41AA-BB2C-7D9102C7E5F5}" presName="thickLine" presStyleLbl="alignNode1" presStyleIdx="11" presStyleCnt="12"/>
      <dgm:spPr/>
    </dgm:pt>
    <dgm:pt modelId="{D0E7AA0B-F336-4186-AFC5-23E500733147}" type="pres">
      <dgm:prSet presAssocID="{02D2A40D-8B65-41AA-BB2C-7D9102C7E5F5}" presName="horz1" presStyleCnt="0"/>
      <dgm:spPr/>
    </dgm:pt>
    <dgm:pt modelId="{9C2B5F71-0167-4E09-8166-E60EC37AC89B}" type="pres">
      <dgm:prSet presAssocID="{02D2A40D-8B65-41AA-BB2C-7D9102C7E5F5}" presName="tx1" presStyleLbl="revTx" presStyleIdx="11" presStyleCnt="12"/>
      <dgm:spPr/>
    </dgm:pt>
    <dgm:pt modelId="{EA4FDFD5-61B7-4270-ADD1-DC24F7D91D25}" type="pres">
      <dgm:prSet presAssocID="{02D2A40D-8B65-41AA-BB2C-7D9102C7E5F5}" presName="vert1" presStyleCnt="0"/>
      <dgm:spPr/>
    </dgm:pt>
  </dgm:ptLst>
  <dgm:cxnLst>
    <dgm:cxn modelId="{26E8F100-1F15-4B09-808C-31129AB0EE1D}" type="presOf" srcId="{BB11B3C0-EDD7-408D-83ED-3E16B2969847}" destId="{E72D4D67-9959-42C0-8CA6-AAFD6012DF58}" srcOrd="0" destOrd="0" presId="urn:microsoft.com/office/officeart/2008/layout/LinedList"/>
    <dgm:cxn modelId="{50DE992E-7C5C-4715-BE22-41D38B25AEFF}" type="presOf" srcId="{EB9BB0EA-961D-48F1-8C75-B727A87A6D57}" destId="{5531221D-A48E-4614-B437-DC7AFF20F4F0}" srcOrd="0" destOrd="0" presId="urn:microsoft.com/office/officeart/2008/layout/LinedList"/>
    <dgm:cxn modelId="{30FD9233-164A-471A-BFC3-0F2944CC8121}" type="presOf" srcId="{07F15937-1AA3-4803-A4ED-2BEFED914D78}" destId="{B0CEDDBC-915B-4EDA-AE8D-A6FCF277BF4B}" srcOrd="0" destOrd="0" presId="urn:microsoft.com/office/officeart/2008/layout/LinedList"/>
    <dgm:cxn modelId="{CD548345-7ADC-48A2-80C9-61440D55A265}" type="presOf" srcId="{8EC7699B-C34E-4127-915C-66B0772C898E}" destId="{960217F2-631F-41D3-A516-F725C2BE0396}" srcOrd="0" destOrd="0" presId="urn:microsoft.com/office/officeart/2008/layout/LinedList"/>
    <dgm:cxn modelId="{8A6B5F62-C995-4353-B089-383413679344}" type="presOf" srcId="{02D2A40D-8B65-41AA-BB2C-7D9102C7E5F5}" destId="{9C2B5F71-0167-4E09-8166-E60EC37AC89B}" srcOrd="0" destOrd="0" presId="urn:microsoft.com/office/officeart/2008/layout/LinedList"/>
    <dgm:cxn modelId="{07D14866-8DF3-4AE9-BE9F-F13CB1C7D014}" srcId="{8EC7699B-C34E-4127-915C-66B0772C898E}" destId="{83E6B899-9017-4D33-AA20-3DC6E992BA5D}" srcOrd="9" destOrd="0" parTransId="{B3F7B651-8D3E-453F-980F-A6335EB05582}" sibTransId="{D87DA918-544F-44D2-937D-51FFADEBB599}"/>
    <dgm:cxn modelId="{FCD4C468-97A8-4C6E-8D16-AE0014CECCD9}" type="presOf" srcId="{4A82CB18-A462-4D04-9489-F8B5AE5040D0}" destId="{D571BE08-D1CF-4530-A00F-95BF7F479D1D}" srcOrd="0" destOrd="0" presId="urn:microsoft.com/office/officeart/2008/layout/LinedList"/>
    <dgm:cxn modelId="{08431B69-63A1-4C0A-BA6F-381A1FC91FEC}" srcId="{8EC7699B-C34E-4127-915C-66B0772C898E}" destId="{EB9BB0EA-961D-48F1-8C75-B727A87A6D57}" srcOrd="2" destOrd="0" parTransId="{DA780979-6515-4BA4-9178-1BF4D0F76892}" sibTransId="{2675C5C7-8251-49E7-B325-80FC14E6D1EB}"/>
    <dgm:cxn modelId="{E5D95F7F-E7DC-4C63-BF7E-5457B910AA86}" srcId="{8EC7699B-C34E-4127-915C-66B0772C898E}" destId="{F3B2979A-E37A-4C13-8648-EC83BB683558}" srcOrd="6" destOrd="0" parTransId="{E2EF9F2F-5A5D-4959-B434-AD1F6FF5E17A}" sibTransId="{1CFDFDEC-B36D-4F52-B2F0-06D916C6AA04}"/>
    <dgm:cxn modelId="{FB4B1293-1433-44BA-90B1-8BFE7B503730}" srcId="{8EC7699B-C34E-4127-915C-66B0772C898E}" destId="{4A82CB18-A462-4D04-9489-F8B5AE5040D0}" srcOrd="3" destOrd="0" parTransId="{72EBEC30-F163-4CAD-8668-3C4ABF0ACECD}" sibTransId="{A1EE0974-234F-451B-8A86-2A5D4E63E198}"/>
    <dgm:cxn modelId="{0CE37D96-B3FD-440E-98E2-0E2271CE4A44}" type="presOf" srcId="{EC9C49ED-8649-4D92-B4BB-978F124A48B1}" destId="{B59F7FC4-F183-4F00-948F-CB2FE9A9E255}" srcOrd="0" destOrd="0" presId="urn:microsoft.com/office/officeart/2008/layout/LinedList"/>
    <dgm:cxn modelId="{DA8759A7-4D15-449E-80F2-AA5DD0237B63}" type="presOf" srcId="{F64CFFA6-B242-4278-9A3B-B81119EE0924}" destId="{166BD399-56D6-4B3A-93A2-DB61E75F1805}" srcOrd="0" destOrd="0" presId="urn:microsoft.com/office/officeart/2008/layout/LinedList"/>
    <dgm:cxn modelId="{B315A6A7-5E80-45A9-B712-B069D023BC4C}" srcId="{8EC7699B-C34E-4127-915C-66B0772C898E}" destId="{5AEBCA65-A014-4039-8551-5D905F0D3B7F}" srcOrd="7" destOrd="0" parTransId="{E5CE8B44-2996-4D94-95DB-8AD00E30B828}" sibTransId="{2772AC7A-B88D-4C25-BB51-C000573426F3}"/>
    <dgm:cxn modelId="{B7169CB1-5031-4F81-9FE3-A408BD79FDCE}" srcId="{8EC7699B-C34E-4127-915C-66B0772C898E}" destId="{07F15937-1AA3-4803-A4ED-2BEFED914D78}" srcOrd="5" destOrd="0" parTransId="{6CF7CCFD-CB07-4EA5-9FFD-C575F5766327}" sibTransId="{F272122A-EB08-417D-A266-88E9D5AC7A57}"/>
    <dgm:cxn modelId="{8E5361B2-08D4-4F82-929D-11F60A3EE403}" srcId="{8EC7699B-C34E-4127-915C-66B0772C898E}" destId="{EC9C49ED-8649-4D92-B4BB-978F124A48B1}" srcOrd="1" destOrd="0" parTransId="{3F18725B-67B4-46FA-85CD-CA362D72768F}" sibTransId="{A6592BCE-1709-4545-A524-3D558F4AB809}"/>
    <dgm:cxn modelId="{CEF4B3BB-6EF5-4D91-9D35-DD741CB0C872}" type="presOf" srcId="{83E6B899-9017-4D33-AA20-3DC6E992BA5D}" destId="{974EF9A5-146E-4144-8263-66F9559F474E}" srcOrd="0" destOrd="0" presId="urn:microsoft.com/office/officeart/2008/layout/LinedList"/>
    <dgm:cxn modelId="{50DE94BC-96BC-4DCA-AF76-163638AFFA46}" srcId="{8EC7699B-C34E-4127-915C-66B0772C898E}" destId="{A38CB5DF-D761-40DC-9F07-D6506214EBD6}" srcOrd="4" destOrd="0" parTransId="{0D04468A-ED6B-43D3-BD2A-C100ECC9D8ED}" sibTransId="{98B7D637-4795-472A-8BF7-11A3E3118651}"/>
    <dgm:cxn modelId="{660E96C3-5B3E-4365-925D-16D9121618CA}" srcId="{8EC7699B-C34E-4127-915C-66B0772C898E}" destId="{BB11B3C0-EDD7-408D-83ED-3E16B2969847}" srcOrd="0" destOrd="0" parTransId="{6E328500-20D4-47D8-965C-F46D41F8672B}" sibTransId="{3DEF8F93-3F75-470C-AB3E-92BD6E93D1D5}"/>
    <dgm:cxn modelId="{AC2088DE-31B1-47ED-93BC-7E2FF98DEF1E}" srcId="{8EC7699B-C34E-4127-915C-66B0772C898E}" destId="{02D2A40D-8B65-41AA-BB2C-7D9102C7E5F5}" srcOrd="11" destOrd="0" parTransId="{6E75CB7D-73A2-4B20-9EEC-A1B6B5E31F77}" sibTransId="{BB9243FE-FE9E-4361-807A-F422BB5AE50F}"/>
    <dgm:cxn modelId="{D006F5E1-5FC4-49DC-A4BA-0B5EE6398E33}" type="presOf" srcId="{0E9BBBC3-978F-42E0-84B9-A73FD48AF421}" destId="{CF0DFE18-653D-4085-90C2-F61E2E4C99E9}" srcOrd="0" destOrd="0" presId="urn:microsoft.com/office/officeart/2008/layout/LinedList"/>
    <dgm:cxn modelId="{8B7BFFE4-03E6-42FF-BE2A-90C7C26ADA5B}" srcId="{8EC7699B-C34E-4127-915C-66B0772C898E}" destId="{0E9BBBC3-978F-42E0-84B9-A73FD48AF421}" srcOrd="8" destOrd="0" parTransId="{4D6358CC-9D9D-4F34-9E72-CE3C87E90A8F}" sibTransId="{8798332D-D501-4984-AD05-DFE181EAFF35}"/>
    <dgm:cxn modelId="{B6CC07E8-34BD-4A76-899F-3F1AC7AF036A}" srcId="{8EC7699B-C34E-4127-915C-66B0772C898E}" destId="{F64CFFA6-B242-4278-9A3B-B81119EE0924}" srcOrd="10" destOrd="0" parTransId="{344543F1-9CF0-4532-AE65-A6E8AEDF3AED}" sibTransId="{2415AA28-8DAB-41C4-A440-85BA729B9AFE}"/>
    <dgm:cxn modelId="{943763EF-EFEA-40BE-91B4-F67DC2C26EA3}" type="presOf" srcId="{5AEBCA65-A014-4039-8551-5D905F0D3B7F}" destId="{2170C4E4-22A9-4F31-9F07-38E0F60804E0}" srcOrd="0" destOrd="0" presId="urn:microsoft.com/office/officeart/2008/layout/LinedList"/>
    <dgm:cxn modelId="{03AE77F3-3A89-4663-B26C-09E08E69C01E}" type="presOf" srcId="{F3B2979A-E37A-4C13-8648-EC83BB683558}" destId="{F9D5BC83-68E1-4167-9D97-597E34C30F4F}" srcOrd="0" destOrd="0" presId="urn:microsoft.com/office/officeart/2008/layout/LinedList"/>
    <dgm:cxn modelId="{59B787FF-D48D-4A00-971B-FB2725994A52}" type="presOf" srcId="{A38CB5DF-D761-40DC-9F07-D6506214EBD6}" destId="{1096E8D6-DB9F-4552-82A2-5995242E6E17}" srcOrd="0" destOrd="0" presId="urn:microsoft.com/office/officeart/2008/layout/LinedList"/>
    <dgm:cxn modelId="{C829B57B-FCBD-4971-BF8D-CA22E4357F10}" type="presParOf" srcId="{960217F2-631F-41D3-A516-F725C2BE0396}" destId="{6C7B0F3B-FE6F-4082-BB97-72F4F09ABA8A}" srcOrd="0" destOrd="0" presId="urn:microsoft.com/office/officeart/2008/layout/LinedList"/>
    <dgm:cxn modelId="{FD24751C-A066-42B5-B2C4-17C95FC6F930}" type="presParOf" srcId="{960217F2-631F-41D3-A516-F725C2BE0396}" destId="{259D3CFD-448C-4C8D-9124-997E86B6720F}" srcOrd="1" destOrd="0" presId="urn:microsoft.com/office/officeart/2008/layout/LinedList"/>
    <dgm:cxn modelId="{014B0B72-DEFA-4E74-84D0-2C8F795B506C}" type="presParOf" srcId="{259D3CFD-448C-4C8D-9124-997E86B6720F}" destId="{E72D4D67-9959-42C0-8CA6-AAFD6012DF58}" srcOrd="0" destOrd="0" presId="urn:microsoft.com/office/officeart/2008/layout/LinedList"/>
    <dgm:cxn modelId="{B80FEED5-64F9-45FA-80DA-4B036E56FD76}" type="presParOf" srcId="{259D3CFD-448C-4C8D-9124-997E86B6720F}" destId="{488EE6D9-8C48-4358-AB14-A8AF040D9CA4}" srcOrd="1" destOrd="0" presId="urn:microsoft.com/office/officeart/2008/layout/LinedList"/>
    <dgm:cxn modelId="{CD63B3C2-C75B-48A0-9623-9410B42E700E}" type="presParOf" srcId="{960217F2-631F-41D3-A516-F725C2BE0396}" destId="{3BEB5D18-E249-446C-83D6-A4098E1FB952}" srcOrd="2" destOrd="0" presId="urn:microsoft.com/office/officeart/2008/layout/LinedList"/>
    <dgm:cxn modelId="{EC321913-0870-4A2D-98E0-619ECFCDEE5C}" type="presParOf" srcId="{960217F2-631F-41D3-A516-F725C2BE0396}" destId="{471B76F7-4DCC-4ADC-B22D-D79339DD8839}" srcOrd="3" destOrd="0" presId="urn:microsoft.com/office/officeart/2008/layout/LinedList"/>
    <dgm:cxn modelId="{8102B660-CB65-4570-9C6D-4F0C388957C4}" type="presParOf" srcId="{471B76F7-4DCC-4ADC-B22D-D79339DD8839}" destId="{B59F7FC4-F183-4F00-948F-CB2FE9A9E255}" srcOrd="0" destOrd="0" presId="urn:microsoft.com/office/officeart/2008/layout/LinedList"/>
    <dgm:cxn modelId="{DD48324D-B060-48ED-AC7F-E6D847C29BFE}" type="presParOf" srcId="{471B76F7-4DCC-4ADC-B22D-D79339DD8839}" destId="{1DFFDF16-B82E-4379-AB6D-7C8B006A8007}" srcOrd="1" destOrd="0" presId="urn:microsoft.com/office/officeart/2008/layout/LinedList"/>
    <dgm:cxn modelId="{E2B0EF32-DA6E-49A5-881B-484DF03B347B}" type="presParOf" srcId="{960217F2-631F-41D3-A516-F725C2BE0396}" destId="{13C7BF83-195A-4E17-9F7D-22CF61900F59}" srcOrd="4" destOrd="0" presId="urn:microsoft.com/office/officeart/2008/layout/LinedList"/>
    <dgm:cxn modelId="{A5D2B9EA-CD4B-4E34-A064-E416F0D02794}" type="presParOf" srcId="{960217F2-631F-41D3-A516-F725C2BE0396}" destId="{AB56649A-E5E6-4A41-A419-EC8D44D81CA0}" srcOrd="5" destOrd="0" presId="urn:microsoft.com/office/officeart/2008/layout/LinedList"/>
    <dgm:cxn modelId="{64BE8835-61E8-48E9-916F-BD8428BA1945}" type="presParOf" srcId="{AB56649A-E5E6-4A41-A419-EC8D44D81CA0}" destId="{5531221D-A48E-4614-B437-DC7AFF20F4F0}" srcOrd="0" destOrd="0" presId="urn:microsoft.com/office/officeart/2008/layout/LinedList"/>
    <dgm:cxn modelId="{6FF0FDE6-6B38-4043-AF55-5F4463EF7944}" type="presParOf" srcId="{AB56649A-E5E6-4A41-A419-EC8D44D81CA0}" destId="{2D13875D-A314-45CB-95D2-16F8F4D9B180}" srcOrd="1" destOrd="0" presId="urn:microsoft.com/office/officeart/2008/layout/LinedList"/>
    <dgm:cxn modelId="{C05D041D-5591-44F5-96B4-25E9F622606A}" type="presParOf" srcId="{960217F2-631F-41D3-A516-F725C2BE0396}" destId="{8CEC6BA7-48EC-4940-9976-FB1690E311C5}" srcOrd="6" destOrd="0" presId="urn:microsoft.com/office/officeart/2008/layout/LinedList"/>
    <dgm:cxn modelId="{26F79864-079D-4A64-A1F3-537C53012FC9}" type="presParOf" srcId="{960217F2-631F-41D3-A516-F725C2BE0396}" destId="{21772C23-6234-4226-A6A0-05D5013ABE04}" srcOrd="7" destOrd="0" presId="urn:microsoft.com/office/officeart/2008/layout/LinedList"/>
    <dgm:cxn modelId="{0D67DF6F-F8AA-4695-9EF7-890BAF50635D}" type="presParOf" srcId="{21772C23-6234-4226-A6A0-05D5013ABE04}" destId="{D571BE08-D1CF-4530-A00F-95BF7F479D1D}" srcOrd="0" destOrd="0" presId="urn:microsoft.com/office/officeart/2008/layout/LinedList"/>
    <dgm:cxn modelId="{DA0C0D39-D484-4352-8417-ACD902BF74F0}" type="presParOf" srcId="{21772C23-6234-4226-A6A0-05D5013ABE04}" destId="{B955E87E-070E-4E13-99B6-018839AEA2A6}" srcOrd="1" destOrd="0" presId="urn:microsoft.com/office/officeart/2008/layout/LinedList"/>
    <dgm:cxn modelId="{187BA0CA-CE6D-499D-A8F2-B06E0CB36158}" type="presParOf" srcId="{960217F2-631F-41D3-A516-F725C2BE0396}" destId="{CC25243A-5F1C-4F06-98EF-6862B6E93A45}" srcOrd="8" destOrd="0" presId="urn:microsoft.com/office/officeart/2008/layout/LinedList"/>
    <dgm:cxn modelId="{BB935F67-4078-4ABF-90E0-5D5F8051AEE0}" type="presParOf" srcId="{960217F2-631F-41D3-A516-F725C2BE0396}" destId="{E1DDC76E-09BC-4338-88EC-5D626159D85D}" srcOrd="9" destOrd="0" presId="urn:microsoft.com/office/officeart/2008/layout/LinedList"/>
    <dgm:cxn modelId="{A5824631-44E2-4B1B-A85F-07FB1447C219}" type="presParOf" srcId="{E1DDC76E-09BC-4338-88EC-5D626159D85D}" destId="{1096E8D6-DB9F-4552-82A2-5995242E6E17}" srcOrd="0" destOrd="0" presId="urn:microsoft.com/office/officeart/2008/layout/LinedList"/>
    <dgm:cxn modelId="{D2235638-D385-463A-B850-BCD22F4AA675}" type="presParOf" srcId="{E1DDC76E-09BC-4338-88EC-5D626159D85D}" destId="{C8368304-587C-4520-9848-5A21DF8E1573}" srcOrd="1" destOrd="0" presId="urn:microsoft.com/office/officeart/2008/layout/LinedList"/>
    <dgm:cxn modelId="{78416357-193F-4A47-9663-2B917BB17A0C}" type="presParOf" srcId="{960217F2-631F-41D3-A516-F725C2BE0396}" destId="{E575CC7D-93E3-4CE8-9815-73C35766E887}" srcOrd="10" destOrd="0" presId="urn:microsoft.com/office/officeart/2008/layout/LinedList"/>
    <dgm:cxn modelId="{F832833C-457D-43A4-B86C-8AC73824CD16}" type="presParOf" srcId="{960217F2-631F-41D3-A516-F725C2BE0396}" destId="{6FB7A9EB-1A6F-4108-BF52-70241D9681CF}" srcOrd="11" destOrd="0" presId="urn:microsoft.com/office/officeart/2008/layout/LinedList"/>
    <dgm:cxn modelId="{6D6A9FE4-24E2-49C7-82E8-DF8A3A4DBEF6}" type="presParOf" srcId="{6FB7A9EB-1A6F-4108-BF52-70241D9681CF}" destId="{B0CEDDBC-915B-4EDA-AE8D-A6FCF277BF4B}" srcOrd="0" destOrd="0" presId="urn:microsoft.com/office/officeart/2008/layout/LinedList"/>
    <dgm:cxn modelId="{C77B11FB-86A7-403F-A720-DDB4D4DF3DC0}" type="presParOf" srcId="{6FB7A9EB-1A6F-4108-BF52-70241D9681CF}" destId="{35532C43-DC95-4C8F-AE70-CDAD5FE03608}" srcOrd="1" destOrd="0" presId="urn:microsoft.com/office/officeart/2008/layout/LinedList"/>
    <dgm:cxn modelId="{4CC62B7E-BB38-4FBC-9B30-C42497DF123E}" type="presParOf" srcId="{960217F2-631F-41D3-A516-F725C2BE0396}" destId="{23B3F559-789C-45B9-9413-C9E98183E896}" srcOrd="12" destOrd="0" presId="urn:microsoft.com/office/officeart/2008/layout/LinedList"/>
    <dgm:cxn modelId="{09DA3E02-B055-4F8C-84B4-DA0D0ED6224D}" type="presParOf" srcId="{960217F2-631F-41D3-A516-F725C2BE0396}" destId="{1C0AF50E-3692-4B89-A4A8-9AD88C0A7E6C}" srcOrd="13" destOrd="0" presId="urn:microsoft.com/office/officeart/2008/layout/LinedList"/>
    <dgm:cxn modelId="{75774ADB-F4C2-46C9-99D1-2FDBB1323C47}" type="presParOf" srcId="{1C0AF50E-3692-4B89-A4A8-9AD88C0A7E6C}" destId="{F9D5BC83-68E1-4167-9D97-597E34C30F4F}" srcOrd="0" destOrd="0" presId="urn:microsoft.com/office/officeart/2008/layout/LinedList"/>
    <dgm:cxn modelId="{C6E6985E-FC73-439C-AC87-2698401EE938}" type="presParOf" srcId="{1C0AF50E-3692-4B89-A4A8-9AD88C0A7E6C}" destId="{96E3A0A5-0C81-455E-943C-D3015154552B}" srcOrd="1" destOrd="0" presId="urn:microsoft.com/office/officeart/2008/layout/LinedList"/>
    <dgm:cxn modelId="{B7159CC1-CD85-41D1-8741-FD806A5EC3FF}" type="presParOf" srcId="{960217F2-631F-41D3-A516-F725C2BE0396}" destId="{673C1B40-AF20-496A-957B-B0FC673CDDC8}" srcOrd="14" destOrd="0" presId="urn:microsoft.com/office/officeart/2008/layout/LinedList"/>
    <dgm:cxn modelId="{4724214C-0D21-41B3-B135-EE54CEF289CD}" type="presParOf" srcId="{960217F2-631F-41D3-A516-F725C2BE0396}" destId="{DE8B6596-4089-4669-93E5-DF62B9EA17A4}" srcOrd="15" destOrd="0" presId="urn:microsoft.com/office/officeart/2008/layout/LinedList"/>
    <dgm:cxn modelId="{1FF7B4E7-FEF2-4B02-8910-BBD460B2B66A}" type="presParOf" srcId="{DE8B6596-4089-4669-93E5-DF62B9EA17A4}" destId="{2170C4E4-22A9-4F31-9F07-38E0F60804E0}" srcOrd="0" destOrd="0" presId="urn:microsoft.com/office/officeart/2008/layout/LinedList"/>
    <dgm:cxn modelId="{68B2E826-C4C8-4754-95CE-FACBB5A545FC}" type="presParOf" srcId="{DE8B6596-4089-4669-93E5-DF62B9EA17A4}" destId="{8433EE8C-978E-4113-AB8A-5FB61182427A}" srcOrd="1" destOrd="0" presId="urn:microsoft.com/office/officeart/2008/layout/LinedList"/>
    <dgm:cxn modelId="{CB5E9738-ECA5-483C-B781-265F2A59FF2F}" type="presParOf" srcId="{960217F2-631F-41D3-A516-F725C2BE0396}" destId="{CFB6DE4D-D699-4D94-AE47-9CE7CD60948F}" srcOrd="16" destOrd="0" presId="urn:microsoft.com/office/officeart/2008/layout/LinedList"/>
    <dgm:cxn modelId="{1DD78750-CC9D-42C9-87F6-B2EF2F899A9E}" type="presParOf" srcId="{960217F2-631F-41D3-A516-F725C2BE0396}" destId="{DC6BF0B0-461E-4A40-8592-816F107EE54C}" srcOrd="17" destOrd="0" presId="urn:microsoft.com/office/officeart/2008/layout/LinedList"/>
    <dgm:cxn modelId="{AC3B91DD-C617-4F80-AC68-841F272799AD}" type="presParOf" srcId="{DC6BF0B0-461E-4A40-8592-816F107EE54C}" destId="{CF0DFE18-653D-4085-90C2-F61E2E4C99E9}" srcOrd="0" destOrd="0" presId="urn:microsoft.com/office/officeart/2008/layout/LinedList"/>
    <dgm:cxn modelId="{40626BA4-5EC3-4571-B5AA-86F5B1AA452A}" type="presParOf" srcId="{DC6BF0B0-461E-4A40-8592-816F107EE54C}" destId="{D201606B-1C8A-4D72-A4B7-B33AF9441414}" srcOrd="1" destOrd="0" presId="urn:microsoft.com/office/officeart/2008/layout/LinedList"/>
    <dgm:cxn modelId="{A4D64CA4-B4D2-41D5-AE6E-B8B3A910195B}" type="presParOf" srcId="{960217F2-631F-41D3-A516-F725C2BE0396}" destId="{2EB58B4B-5E0C-4EEA-A68F-CEFEC952E49B}" srcOrd="18" destOrd="0" presId="urn:microsoft.com/office/officeart/2008/layout/LinedList"/>
    <dgm:cxn modelId="{643A5F7B-EEA8-4B49-9DA1-287703806B42}" type="presParOf" srcId="{960217F2-631F-41D3-A516-F725C2BE0396}" destId="{EBF1B185-CF0A-4310-AB31-52FFE3D4C803}" srcOrd="19" destOrd="0" presId="urn:microsoft.com/office/officeart/2008/layout/LinedList"/>
    <dgm:cxn modelId="{4CA91735-5FF4-4A01-B134-B233BCD6FE0F}" type="presParOf" srcId="{EBF1B185-CF0A-4310-AB31-52FFE3D4C803}" destId="{974EF9A5-146E-4144-8263-66F9559F474E}" srcOrd="0" destOrd="0" presId="urn:microsoft.com/office/officeart/2008/layout/LinedList"/>
    <dgm:cxn modelId="{D17BCF5E-1B3F-4D1C-A052-0E9E06513A14}" type="presParOf" srcId="{EBF1B185-CF0A-4310-AB31-52FFE3D4C803}" destId="{6D5A53D8-6772-4764-892D-BC31DF32C8EF}" srcOrd="1" destOrd="0" presId="urn:microsoft.com/office/officeart/2008/layout/LinedList"/>
    <dgm:cxn modelId="{5B0C5E85-CDF6-4140-803E-B68215CEB0F2}" type="presParOf" srcId="{960217F2-631F-41D3-A516-F725C2BE0396}" destId="{53AC1249-F19C-45F9-9052-874CC09BABAB}" srcOrd="20" destOrd="0" presId="urn:microsoft.com/office/officeart/2008/layout/LinedList"/>
    <dgm:cxn modelId="{CB390034-716F-4F66-987C-67FCC8249C48}" type="presParOf" srcId="{960217F2-631F-41D3-A516-F725C2BE0396}" destId="{CBC7F19A-F1E8-4BCD-A9AB-9F4E0A466B79}" srcOrd="21" destOrd="0" presId="urn:microsoft.com/office/officeart/2008/layout/LinedList"/>
    <dgm:cxn modelId="{D8808A01-E4A9-4FB2-9C0F-EFBC2896D730}" type="presParOf" srcId="{CBC7F19A-F1E8-4BCD-A9AB-9F4E0A466B79}" destId="{166BD399-56D6-4B3A-93A2-DB61E75F1805}" srcOrd="0" destOrd="0" presId="urn:microsoft.com/office/officeart/2008/layout/LinedList"/>
    <dgm:cxn modelId="{361AE90E-779A-4A8E-98CC-D70BE1D7CB25}" type="presParOf" srcId="{CBC7F19A-F1E8-4BCD-A9AB-9F4E0A466B79}" destId="{1CD9EF9E-879C-42DD-A727-2AFC00FA1723}" srcOrd="1" destOrd="0" presId="urn:microsoft.com/office/officeart/2008/layout/LinedList"/>
    <dgm:cxn modelId="{D1B8B911-9756-42D1-9102-C9D41DE58E51}" type="presParOf" srcId="{960217F2-631F-41D3-A516-F725C2BE0396}" destId="{90461081-CF22-4480-8D47-5B6540FC5816}" srcOrd="22" destOrd="0" presId="urn:microsoft.com/office/officeart/2008/layout/LinedList"/>
    <dgm:cxn modelId="{05C6D56C-CBCF-4E6E-830E-8F7C6DD190A4}" type="presParOf" srcId="{960217F2-631F-41D3-A516-F725C2BE0396}" destId="{D0E7AA0B-F336-4186-AFC5-23E500733147}" srcOrd="23" destOrd="0" presId="urn:microsoft.com/office/officeart/2008/layout/LinedList"/>
    <dgm:cxn modelId="{BA423672-7E19-4037-A064-65B16AE422FE}" type="presParOf" srcId="{D0E7AA0B-F336-4186-AFC5-23E500733147}" destId="{9C2B5F71-0167-4E09-8166-E60EC37AC89B}" srcOrd="0" destOrd="0" presId="urn:microsoft.com/office/officeart/2008/layout/LinedList"/>
    <dgm:cxn modelId="{768C5EDB-E2A6-4879-81B0-62688D675169}" type="presParOf" srcId="{D0E7AA0B-F336-4186-AFC5-23E500733147}" destId="{EA4FDFD5-61B7-4270-ADD1-DC24F7D91D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B5F19F-2653-4B5A-B274-5F669D14D0B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135FEA2-D2F9-4B3E-A262-2943ACB8961F}">
      <dgm:prSet/>
      <dgm:spPr/>
      <dgm:t>
        <a:bodyPr/>
        <a:lstStyle/>
        <a:p>
          <a:r>
            <a:rPr lang="en-US" b="1"/>
            <a:t>Steps followed:</a:t>
          </a:r>
          <a:endParaRPr lang="en-US"/>
        </a:p>
      </dgm:t>
    </dgm:pt>
    <dgm:pt modelId="{E7D9833A-6396-4071-B139-6B02761BFFB2}" type="parTrans" cxnId="{992FF287-7392-4CA0-BCFC-7DC3A09F72E8}">
      <dgm:prSet/>
      <dgm:spPr/>
      <dgm:t>
        <a:bodyPr/>
        <a:lstStyle/>
        <a:p>
          <a:endParaRPr lang="en-US"/>
        </a:p>
      </dgm:t>
    </dgm:pt>
    <dgm:pt modelId="{E961701B-23D5-4519-819A-B092D5621938}" type="sibTrans" cxnId="{992FF287-7392-4CA0-BCFC-7DC3A09F72E8}">
      <dgm:prSet/>
      <dgm:spPr/>
      <dgm:t>
        <a:bodyPr/>
        <a:lstStyle/>
        <a:p>
          <a:endParaRPr lang="en-US"/>
        </a:p>
      </dgm:t>
    </dgm:pt>
    <dgm:pt modelId="{30F9AD1B-AA90-4FCA-B88F-68AC2E83938A}">
      <dgm:prSet/>
      <dgm:spPr/>
      <dgm:t>
        <a:bodyPr/>
        <a:lstStyle/>
        <a:p>
          <a:r>
            <a:rPr lang="en-US"/>
            <a:t>1. Collected data from listings.csv (Boston Airbnb 2025)</a:t>
          </a:r>
        </a:p>
      </dgm:t>
    </dgm:pt>
    <dgm:pt modelId="{AF9FA7D5-B1DD-43C8-B48B-8A7FD535AD14}" type="parTrans" cxnId="{618463F8-A569-41BE-91B7-D573289CC67D}">
      <dgm:prSet/>
      <dgm:spPr/>
      <dgm:t>
        <a:bodyPr/>
        <a:lstStyle/>
        <a:p>
          <a:endParaRPr lang="en-US"/>
        </a:p>
      </dgm:t>
    </dgm:pt>
    <dgm:pt modelId="{6C7A834F-39D4-4475-B60F-CDFEFCED4B6F}" type="sibTrans" cxnId="{618463F8-A569-41BE-91B7-D573289CC67D}">
      <dgm:prSet/>
      <dgm:spPr/>
      <dgm:t>
        <a:bodyPr/>
        <a:lstStyle/>
        <a:p>
          <a:endParaRPr lang="en-US"/>
        </a:p>
      </dgm:t>
    </dgm:pt>
    <dgm:pt modelId="{4F6F716B-6AA2-487D-97F7-18F69CE7655E}">
      <dgm:prSet/>
      <dgm:spPr/>
      <dgm:t>
        <a:bodyPr/>
        <a:lstStyle/>
        <a:p>
          <a:r>
            <a:rPr lang="en-US"/>
            <a:t>2. Cleaned and processed pricing, occupancy, and availability</a:t>
          </a:r>
        </a:p>
      </dgm:t>
    </dgm:pt>
    <dgm:pt modelId="{FE17CDE2-8B6A-488C-979A-FD00AFD092A7}" type="parTrans" cxnId="{1249D4E0-43D8-4DB4-B8C8-FE7F4BDD9298}">
      <dgm:prSet/>
      <dgm:spPr/>
      <dgm:t>
        <a:bodyPr/>
        <a:lstStyle/>
        <a:p>
          <a:endParaRPr lang="en-US"/>
        </a:p>
      </dgm:t>
    </dgm:pt>
    <dgm:pt modelId="{B5DF2093-1E04-46ED-820E-3DEC8BA5D6DC}" type="sibTrans" cxnId="{1249D4E0-43D8-4DB4-B8C8-FE7F4BDD9298}">
      <dgm:prSet/>
      <dgm:spPr/>
      <dgm:t>
        <a:bodyPr/>
        <a:lstStyle/>
        <a:p>
          <a:endParaRPr lang="en-US"/>
        </a:p>
      </dgm:t>
    </dgm:pt>
    <dgm:pt modelId="{63EF9939-611F-43FA-87F6-11D192AC812A}">
      <dgm:prSet/>
      <dgm:spPr/>
      <dgm:t>
        <a:bodyPr/>
        <a:lstStyle/>
        <a:p>
          <a:r>
            <a:rPr lang="en-US"/>
            <a:t>3. Applied Excel Solver for price optimization</a:t>
          </a:r>
        </a:p>
      </dgm:t>
    </dgm:pt>
    <dgm:pt modelId="{1D3F063F-C988-4B9A-9256-D7152EE6353E}" type="parTrans" cxnId="{E6113CB7-E2EA-4228-A0DF-AA1D412F2DD5}">
      <dgm:prSet/>
      <dgm:spPr/>
      <dgm:t>
        <a:bodyPr/>
        <a:lstStyle/>
        <a:p>
          <a:endParaRPr lang="en-US"/>
        </a:p>
      </dgm:t>
    </dgm:pt>
    <dgm:pt modelId="{96903201-A86C-4FF7-BF6B-35DB70108CAA}" type="sibTrans" cxnId="{E6113CB7-E2EA-4228-A0DF-AA1D412F2DD5}">
      <dgm:prSet/>
      <dgm:spPr/>
      <dgm:t>
        <a:bodyPr/>
        <a:lstStyle/>
        <a:p>
          <a:endParaRPr lang="en-US"/>
        </a:p>
      </dgm:t>
    </dgm:pt>
    <dgm:pt modelId="{BD6F4915-C62D-4F79-9873-5ED28A59B912}">
      <dgm:prSet/>
      <dgm:spPr/>
      <dgm:t>
        <a:bodyPr/>
        <a:lstStyle/>
        <a:p>
          <a:r>
            <a:rPr lang="en-US"/>
            <a:t>4. Built dashboards and analyzed performance metrics</a:t>
          </a:r>
        </a:p>
      </dgm:t>
    </dgm:pt>
    <dgm:pt modelId="{9764D79A-3A7B-4BAF-82D7-949508FA9188}" type="parTrans" cxnId="{8800064E-EE90-4AC2-9BAA-46C70BD661A2}">
      <dgm:prSet/>
      <dgm:spPr/>
      <dgm:t>
        <a:bodyPr/>
        <a:lstStyle/>
        <a:p>
          <a:endParaRPr lang="en-US"/>
        </a:p>
      </dgm:t>
    </dgm:pt>
    <dgm:pt modelId="{6E970DE4-EB86-4BF2-93EE-4DE19FB6312D}" type="sibTrans" cxnId="{8800064E-EE90-4AC2-9BAA-46C70BD661A2}">
      <dgm:prSet/>
      <dgm:spPr/>
      <dgm:t>
        <a:bodyPr/>
        <a:lstStyle/>
        <a:p>
          <a:endParaRPr lang="en-US"/>
        </a:p>
      </dgm:t>
    </dgm:pt>
    <dgm:pt modelId="{25D1E61C-C2E8-412C-8BAA-3E6AC358CBE8}">
      <dgm:prSet/>
      <dgm:spPr/>
      <dgm:t>
        <a:bodyPr/>
        <a:lstStyle/>
        <a:p>
          <a:r>
            <a:rPr lang="en-US"/>
            <a:t>5. Key features: Adjusted Price, Availability, Occupancy Rate, Revenue</a:t>
          </a:r>
        </a:p>
      </dgm:t>
    </dgm:pt>
    <dgm:pt modelId="{26879235-CCD5-49B8-A5D8-EA8667E64E0C}" type="parTrans" cxnId="{D7103908-D171-44C4-B778-09C5C5564966}">
      <dgm:prSet/>
      <dgm:spPr/>
      <dgm:t>
        <a:bodyPr/>
        <a:lstStyle/>
        <a:p>
          <a:endParaRPr lang="en-US"/>
        </a:p>
      </dgm:t>
    </dgm:pt>
    <dgm:pt modelId="{9DA00094-0BEC-4EFB-8075-7DDAEBA1BFDA}" type="sibTrans" cxnId="{D7103908-D171-44C4-B778-09C5C5564966}">
      <dgm:prSet/>
      <dgm:spPr/>
      <dgm:t>
        <a:bodyPr/>
        <a:lstStyle/>
        <a:p>
          <a:endParaRPr lang="en-US"/>
        </a:p>
      </dgm:t>
    </dgm:pt>
    <dgm:pt modelId="{9AC5A6AC-2E8A-48F2-B7F0-A01B32A06EAA}" type="pres">
      <dgm:prSet presAssocID="{36B5F19F-2653-4B5A-B274-5F669D14D0B1}" presName="Name0" presStyleCnt="0">
        <dgm:presLayoutVars>
          <dgm:dir/>
          <dgm:resizeHandles val="exact"/>
        </dgm:presLayoutVars>
      </dgm:prSet>
      <dgm:spPr/>
    </dgm:pt>
    <dgm:pt modelId="{CD3CD3B6-0F54-47D1-B764-3E8FBD95B50A}" type="pres">
      <dgm:prSet presAssocID="{A135FEA2-D2F9-4B3E-A262-2943ACB8961F}" presName="node" presStyleLbl="node1" presStyleIdx="0" presStyleCnt="6">
        <dgm:presLayoutVars>
          <dgm:bulletEnabled val="1"/>
        </dgm:presLayoutVars>
      </dgm:prSet>
      <dgm:spPr/>
    </dgm:pt>
    <dgm:pt modelId="{B26ECD92-FD74-4BD6-A6B7-47ECD3EE8F48}" type="pres">
      <dgm:prSet presAssocID="{E961701B-23D5-4519-819A-B092D5621938}" presName="sibTrans" presStyleLbl="sibTrans1D1" presStyleIdx="0" presStyleCnt="5"/>
      <dgm:spPr/>
    </dgm:pt>
    <dgm:pt modelId="{B5AFD020-A7AE-494A-9FF3-63593029B00E}" type="pres">
      <dgm:prSet presAssocID="{E961701B-23D5-4519-819A-B092D5621938}" presName="connectorText" presStyleLbl="sibTrans1D1" presStyleIdx="0" presStyleCnt="5"/>
      <dgm:spPr/>
    </dgm:pt>
    <dgm:pt modelId="{7D320B4C-6790-4E6C-A799-CDDC6DD9FEFB}" type="pres">
      <dgm:prSet presAssocID="{30F9AD1B-AA90-4FCA-B88F-68AC2E83938A}" presName="node" presStyleLbl="node1" presStyleIdx="1" presStyleCnt="6">
        <dgm:presLayoutVars>
          <dgm:bulletEnabled val="1"/>
        </dgm:presLayoutVars>
      </dgm:prSet>
      <dgm:spPr/>
    </dgm:pt>
    <dgm:pt modelId="{EA5B56F3-5BD7-4B41-8447-52DC19FC628C}" type="pres">
      <dgm:prSet presAssocID="{6C7A834F-39D4-4475-B60F-CDFEFCED4B6F}" presName="sibTrans" presStyleLbl="sibTrans1D1" presStyleIdx="1" presStyleCnt="5"/>
      <dgm:spPr/>
    </dgm:pt>
    <dgm:pt modelId="{BC4AA0ED-14CF-4C67-80FB-34831B75574B}" type="pres">
      <dgm:prSet presAssocID="{6C7A834F-39D4-4475-B60F-CDFEFCED4B6F}" presName="connectorText" presStyleLbl="sibTrans1D1" presStyleIdx="1" presStyleCnt="5"/>
      <dgm:spPr/>
    </dgm:pt>
    <dgm:pt modelId="{06C1B2B7-3539-47EC-8E80-ECE324F61BCD}" type="pres">
      <dgm:prSet presAssocID="{4F6F716B-6AA2-487D-97F7-18F69CE7655E}" presName="node" presStyleLbl="node1" presStyleIdx="2" presStyleCnt="6">
        <dgm:presLayoutVars>
          <dgm:bulletEnabled val="1"/>
        </dgm:presLayoutVars>
      </dgm:prSet>
      <dgm:spPr/>
    </dgm:pt>
    <dgm:pt modelId="{8859B9F5-ADE0-4F5C-9E4C-DE668DACD3A6}" type="pres">
      <dgm:prSet presAssocID="{B5DF2093-1E04-46ED-820E-3DEC8BA5D6DC}" presName="sibTrans" presStyleLbl="sibTrans1D1" presStyleIdx="2" presStyleCnt="5"/>
      <dgm:spPr/>
    </dgm:pt>
    <dgm:pt modelId="{1FAFA342-B5B4-4AF1-A742-FDFD6B97FE4E}" type="pres">
      <dgm:prSet presAssocID="{B5DF2093-1E04-46ED-820E-3DEC8BA5D6DC}" presName="connectorText" presStyleLbl="sibTrans1D1" presStyleIdx="2" presStyleCnt="5"/>
      <dgm:spPr/>
    </dgm:pt>
    <dgm:pt modelId="{58936847-CA87-4A5F-872A-B9BF6CF345F2}" type="pres">
      <dgm:prSet presAssocID="{63EF9939-611F-43FA-87F6-11D192AC812A}" presName="node" presStyleLbl="node1" presStyleIdx="3" presStyleCnt="6">
        <dgm:presLayoutVars>
          <dgm:bulletEnabled val="1"/>
        </dgm:presLayoutVars>
      </dgm:prSet>
      <dgm:spPr/>
    </dgm:pt>
    <dgm:pt modelId="{5A084FAA-C96C-4DA3-9A8F-CAA4AD772E32}" type="pres">
      <dgm:prSet presAssocID="{96903201-A86C-4FF7-BF6B-35DB70108CAA}" presName="sibTrans" presStyleLbl="sibTrans1D1" presStyleIdx="3" presStyleCnt="5"/>
      <dgm:spPr/>
    </dgm:pt>
    <dgm:pt modelId="{1838D4B0-1660-4F10-8BE2-552892F355CB}" type="pres">
      <dgm:prSet presAssocID="{96903201-A86C-4FF7-BF6B-35DB70108CAA}" presName="connectorText" presStyleLbl="sibTrans1D1" presStyleIdx="3" presStyleCnt="5"/>
      <dgm:spPr/>
    </dgm:pt>
    <dgm:pt modelId="{98644F61-5066-488B-A67C-0EE5909B04B3}" type="pres">
      <dgm:prSet presAssocID="{BD6F4915-C62D-4F79-9873-5ED28A59B912}" presName="node" presStyleLbl="node1" presStyleIdx="4" presStyleCnt="6">
        <dgm:presLayoutVars>
          <dgm:bulletEnabled val="1"/>
        </dgm:presLayoutVars>
      </dgm:prSet>
      <dgm:spPr/>
    </dgm:pt>
    <dgm:pt modelId="{4790914C-1CBE-4FD7-8A2B-5443219C5864}" type="pres">
      <dgm:prSet presAssocID="{6E970DE4-EB86-4BF2-93EE-4DE19FB6312D}" presName="sibTrans" presStyleLbl="sibTrans1D1" presStyleIdx="4" presStyleCnt="5"/>
      <dgm:spPr/>
    </dgm:pt>
    <dgm:pt modelId="{8325EF43-C7F8-495C-BB2A-414E597321E7}" type="pres">
      <dgm:prSet presAssocID="{6E970DE4-EB86-4BF2-93EE-4DE19FB6312D}" presName="connectorText" presStyleLbl="sibTrans1D1" presStyleIdx="4" presStyleCnt="5"/>
      <dgm:spPr/>
    </dgm:pt>
    <dgm:pt modelId="{DDFE21C9-1384-4FA9-99FC-6716DDB5F820}" type="pres">
      <dgm:prSet presAssocID="{25D1E61C-C2E8-412C-8BAA-3E6AC358CBE8}" presName="node" presStyleLbl="node1" presStyleIdx="5" presStyleCnt="6">
        <dgm:presLayoutVars>
          <dgm:bulletEnabled val="1"/>
        </dgm:presLayoutVars>
      </dgm:prSet>
      <dgm:spPr/>
    </dgm:pt>
  </dgm:ptLst>
  <dgm:cxnLst>
    <dgm:cxn modelId="{D7103908-D171-44C4-B778-09C5C5564966}" srcId="{36B5F19F-2653-4B5A-B274-5F669D14D0B1}" destId="{25D1E61C-C2E8-412C-8BAA-3E6AC358CBE8}" srcOrd="5" destOrd="0" parTransId="{26879235-CCD5-49B8-A5D8-EA8667E64E0C}" sibTransId="{9DA00094-0BEC-4EFB-8075-7DDAEBA1BFDA}"/>
    <dgm:cxn modelId="{BB5AFF0B-CE60-4E6A-916C-7C3A3D05CB54}" type="presOf" srcId="{30F9AD1B-AA90-4FCA-B88F-68AC2E83938A}" destId="{7D320B4C-6790-4E6C-A799-CDDC6DD9FEFB}" srcOrd="0" destOrd="0" presId="urn:microsoft.com/office/officeart/2016/7/layout/RepeatingBendingProcessNew"/>
    <dgm:cxn modelId="{97ACE811-468B-4D3D-977F-963EA86771FD}" type="presOf" srcId="{96903201-A86C-4FF7-BF6B-35DB70108CAA}" destId="{1838D4B0-1660-4F10-8BE2-552892F355CB}" srcOrd="1" destOrd="0" presId="urn:microsoft.com/office/officeart/2016/7/layout/RepeatingBendingProcessNew"/>
    <dgm:cxn modelId="{751BAD40-3AEC-4222-B487-2B03756D52A6}" type="presOf" srcId="{BD6F4915-C62D-4F79-9873-5ED28A59B912}" destId="{98644F61-5066-488B-A67C-0EE5909B04B3}" srcOrd="0" destOrd="0" presId="urn:microsoft.com/office/officeart/2016/7/layout/RepeatingBendingProcessNew"/>
    <dgm:cxn modelId="{D6AD1549-3BE5-48FA-861C-AE086815563D}" type="presOf" srcId="{E961701B-23D5-4519-819A-B092D5621938}" destId="{B5AFD020-A7AE-494A-9FF3-63593029B00E}" srcOrd="1" destOrd="0" presId="urn:microsoft.com/office/officeart/2016/7/layout/RepeatingBendingProcessNew"/>
    <dgm:cxn modelId="{F5CC814A-0657-4F66-8631-10AA03E9B82B}" type="presOf" srcId="{4F6F716B-6AA2-487D-97F7-18F69CE7655E}" destId="{06C1B2B7-3539-47EC-8E80-ECE324F61BCD}" srcOrd="0" destOrd="0" presId="urn:microsoft.com/office/officeart/2016/7/layout/RepeatingBendingProcessNew"/>
    <dgm:cxn modelId="{E8D2634D-D1DE-4B8C-82CE-7DF0F59336DD}" type="presOf" srcId="{E961701B-23D5-4519-819A-B092D5621938}" destId="{B26ECD92-FD74-4BD6-A6B7-47ECD3EE8F48}" srcOrd="0" destOrd="0" presId="urn:microsoft.com/office/officeart/2016/7/layout/RepeatingBendingProcessNew"/>
    <dgm:cxn modelId="{8800064E-EE90-4AC2-9BAA-46C70BD661A2}" srcId="{36B5F19F-2653-4B5A-B274-5F669D14D0B1}" destId="{BD6F4915-C62D-4F79-9873-5ED28A59B912}" srcOrd="4" destOrd="0" parTransId="{9764D79A-3A7B-4BAF-82D7-949508FA9188}" sibTransId="{6E970DE4-EB86-4BF2-93EE-4DE19FB6312D}"/>
    <dgm:cxn modelId="{0A1B7558-B101-47F2-B0EB-23A41BC26EB4}" type="presOf" srcId="{63EF9939-611F-43FA-87F6-11D192AC812A}" destId="{58936847-CA87-4A5F-872A-B9BF6CF345F2}" srcOrd="0" destOrd="0" presId="urn:microsoft.com/office/officeart/2016/7/layout/RepeatingBendingProcessNew"/>
    <dgm:cxn modelId="{3E8AB95A-BE6C-43F6-AF5F-009483441F8E}" type="presOf" srcId="{B5DF2093-1E04-46ED-820E-3DEC8BA5D6DC}" destId="{8859B9F5-ADE0-4F5C-9E4C-DE668DACD3A6}" srcOrd="0" destOrd="0" presId="urn:microsoft.com/office/officeart/2016/7/layout/RepeatingBendingProcessNew"/>
    <dgm:cxn modelId="{72438961-250D-4309-8F49-3EA456741016}" type="presOf" srcId="{6E970DE4-EB86-4BF2-93EE-4DE19FB6312D}" destId="{8325EF43-C7F8-495C-BB2A-414E597321E7}" srcOrd="1" destOrd="0" presId="urn:microsoft.com/office/officeart/2016/7/layout/RepeatingBendingProcessNew"/>
    <dgm:cxn modelId="{46DA5676-9604-427C-8C63-4CEEDE57C525}" type="presOf" srcId="{96903201-A86C-4FF7-BF6B-35DB70108CAA}" destId="{5A084FAA-C96C-4DA3-9A8F-CAA4AD772E32}" srcOrd="0" destOrd="0" presId="urn:microsoft.com/office/officeart/2016/7/layout/RepeatingBendingProcessNew"/>
    <dgm:cxn modelId="{992FF287-7392-4CA0-BCFC-7DC3A09F72E8}" srcId="{36B5F19F-2653-4B5A-B274-5F669D14D0B1}" destId="{A135FEA2-D2F9-4B3E-A262-2943ACB8961F}" srcOrd="0" destOrd="0" parTransId="{E7D9833A-6396-4071-B139-6B02761BFFB2}" sibTransId="{E961701B-23D5-4519-819A-B092D5621938}"/>
    <dgm:cxn modelId="{2FB12DAF-8DF7-45B9-9BEA-1124FB5D6760}" type="presOf" srcId="{6C7A834F-39D4-4475-B60F-CDFEFCED4B6F}" destId="{EA5B56F3-5BD7-4B41-8447-52DC19FC628C}" srcOrd="0" destOrd="0" presId="urn:microsoft.com/office/officeart/2016/7/layout/RepeatingBendingProcessNew"/>
    <dgm:cxn modelId="{9A8560AF-B560-4B5B-B476-FDD3857A2CA5}" type="presOf" srcId="{6E970DE4-EB86-4BF2-93EE-4DE19FB6312D}" destId="{4790914C-1CBE-4FD7-8A2B-5443219C5864}" srcOrd="0" destOrd="0" presId="urn:microsoft.com/office/officeart/2016/7/layout/RepeatingBendingProcessNew"/>
    <dgm:cxn modelId="{E6113CB7-E2EA-4228-A0DF-AA1D412F2DD5}" srcId="{36B5F19F-2653-4B5A-B274-5F669D14D0B1}" destId="{63EF9939-611F-43FA-87F6-11D192AC812A}" srcOrd="3" destOrd="0" parTransId="{1D3F063F-C988-4B9A-9256-D7152EE6353E}" sibTransId="{96903201-A86C-4FF7-BF6B-35DB70108CAA}"/>
    <dgm:cxn modelId="{14BF4AC3-CC48-40C3-96D5-114CEF70C88B}" type="presOf" srcId="{25D1E61C-C2E8-412C-8BAA-3E6AC358CBE8}" destId="{DDFE21C9-1384-4FA9-99FC-6716DDB5F820}" srcOrd="0" destOrd="0" presId="urn:microsoft.com/office/officeart/2016/7/layout/RepeatingBendingProcessNew"/>
    <dgm:cxn modelId="{7D94D0CF-A186-4A73-873A-C0F3317AC427}" type="presOf" srcId="{A135FEA2-D2F9-4B3E-A262-2943ACB8961F}" destId="{CD3CD3B6-0F54-47D1-B764-3E8FBD95B50A}" srcOrd="0" destOrd="0" presId="urn:microsoft.com/office/officeart/2016/7/layout/RepeatingBendingProcessNew"/>
    <dgm:cxn modelId="{347F6AD6-2D08-4CA5-BC29-FD41097C0E28}" type="presOf" srcId="{B5DF2093-1E04-46ED-820E-3DEC8BA5D6DC}" destId="{1FAFA342-B5B4-4AF1-A742-FDFD6B97FE4E}" srcOrd="1" destOrd="0" presId="urn:microsoft.com/office/officeart/2016/7/layout/RepeatingBendingProcessNew"/>
    <dgm:cxn modelId="{1249D4E0-43D8-4DB4-B8C8-FE7F4BDD9298}" srcId="{36B5F19F-2653-4B5A-B274-5F669D14D0B1}" destId="{4F6F716B-6AA2-487D-97F7-18F69CE7655E}" srcOrd="2" destOrd="0" parTransId="{FE17CDE2-8B6A-488C-979A-FD00AFD092A7}" sibTransId="{B5DF2093-1E04-46ED-820E-3DEC8BA5D6DC}"/>
    <dgm:cxn modelId="{A29669EA-2586-4056-830F-9380C2E694D8}" type="presOf" srcId="{6C7A834F-39D4-4475-B60F-CDFEFCED4B6F}" destId="{BC4AA0ED-14CF-4C67-80FB-34831B75574B}" srcOrd="1" destOrd="0" presId="urn:microsoft.com/office/officeart/2016/7/layout/RepeatingBendingProcessNew"/>
    <dgm:cxn modelId="{E18258F5-0586-441D-935D-E086D6F1F2EE}" type="presOf" srcId="{36B5F19F-2653-4B5A-B274-5F669D14D0B1}" destId="{9AC5A6AC-2E8A-48F2-B7F0-A01B32A06EAA}" srcOrd="0" destOrd="0" presId="urn:microsoft.com/office/officeart/2016/7/layout/RepeatingBendingProcessNew"/>
    <dgm:cxn modelId="{618463F8-A569-41BE-91B7-D573289CC67D}" srcId="{36B5F19F-2653-4B5A-B274-5F669D14D0B1}" destId="{30F9AD1B-AA90-4FCA-B88F-68AC2E83938A}" srcOrd="1" destOrd="0" parTransId="{AF9FA7D5-B1DD-43C8-B48B-8A7FD535AD14}" sibTransId="{6C7A834F-39D4-4475-B60F-CDFEFCED4B6F}"/>
    <dgm:cxn modelId="{CFB8AA0C-F301-4906-A5DF-C400E6D565EF}" type="presParOf" srcId="{9AC5A6AC-2E8A-48F2-B7F0-A01B32A06EAA}" destId="{CD3CD3B6-0F54-47D1-B764-3E8FBD95B50A}" srcOrd="0" destOrd="0" presId="urn:microsoft.com/office/officeart/2016/7/layout/RepeatingBendingProcessNew"/>
    <dgm:cxn modelId="{A5E60BA2-BF2B-46EA-BB7C-5CF1674853ED}" type="presParOf" srcId="{9AC5A6AC-2E8A-48F2-B7F0-A01B32A06EAA}" destId="{B26ECD92-FD74-4BD6-A6B7-47ECD3EE8F48}" srcOrd="1" destOrd="0" presId="urn:microsoft.com/office/officeart/2016/7/layout/RepeatingBendingProcessNew"/>
    <dgm:cxn modelId="{8EDAF014-81C0-4E85-AC66-BD20DBB66C3A}" type="presParOf" srcId="{B26ECD92-FD74-4BD6-A6B7-47ECD3EE8F48}" destId="{B5AFD020-A7AE-494A-9FF3-63593029B00E}" srcOrd="0" destOrd="0" presId="urn:microsoft.com/office/officeart/2016/7/layout/RepeatingBendingProcessNew"/>
    <dgm:cxn modelId="{B5809A95-37A8-4BF5-B41C-8C2BF60498F6}" type="presParOf" srcId="{9AC5A6AC-2E8A-48F2-B7F0-A01B32A06EAA}" destId="{7D320B4C-6790-4E6C-A799-CDDC6DD9FEFB}" srcOrd="2" destOrd="0" presId="urn:microsoft.com/office/officeart/2016/7/layout/RepeatingBendingProcessNew"/>
    <dgm:cxn modelId="{5D7DDCBF-EC13-4A99-B791-2C61D9104FBE}" type="presParOf" srcId="{9AC5A6AC-2E8A-48F2-B7F0-A01B32A06EAA}" destId="{EA5B56F3-5BD7-4B41-8447-52DC19FC628C}" srcOrd="3" destOrd="0" presId="urn:microsoft.com/office/officeart/2016/7/layout/RepeatingBendingProcessNew"/>
    <dgm:cxn modelId="{66F38064-141D-4DEE-8A93-75463740CA38}" type="presParOf" srcId="{EA5B56F3-5BD7-4B41-8447-52DC19FC628C}" destId="{BC4AA0ED-14CF-4C67-80FB-34831B75574B}" srcOrd="0" destOrd="0" presId="urn:microsoft.com/office/officeart/2016/7/layout/RepeatingBendingProcessNew"/>
    <dgm:cxn modelId="{07FE7BAF-992D-4CBB-B717-89A4736239D5}" type="presParOf" srcId="{9AC5A6AC-2E8A-48F2-B7F0-A01B32A06EAA}" destId="{06C1B2B7-3539-47EC-8E80-ECE324F61BCD}" srcOrd="4" destOrd="0" presId="urn:microsoft.com/office/officeart/2016/7/layout/RepeatingBendingProcessNew"/>
    <dgm:cxn modelId="{72D38ACD-8F6C-4BC8-824D-D8948CBAF383}" type="presParOf" srcId="{9AC5A6AC-2E8A-48F2-B7F0-A01B32A06EAA}" destId="{8859B9F5-ADE0-4F5C-9E4C-DE668DACD3A6}" srcOrd="5" destOrd="0" presId="urn:microsoft.com/office/officeart/2016/7/layout/RepeatingBendingProcessNew"/>
    <dgm:cxn modelId="{DA7F3CE3-4594-4BE6-B17F-CC93E7B80323}" type="presParOf" srcId="{8859B9F5-ADE0-4F5C-9E4C-DE668DACD3A6}" destId="{1FAFA342-B5B4-4AF1-A742-FDFD6B97FE4E}" srcOrd="0" destOrd="0" presId="urn:microsoft.com/office/officeart/2016/7/layout/RepeatingBendingProcessNew"/>
    <dgm:cxn modelId="{2AB394EF-147E-48B7-91A6-B4555C8A1935}" type="presParOf" srcId="{9AC5A6AC-2E8A-48F2-B7F0-A01B32A06EAA}" destId="{58936847-CA87-4A5F-872A-B9BF6CF345F2}" srcOrd="6" destOrd="0" presId="urn:microsoft.com/office/officeart/2016/7/layout/RepeatingBendingProcessNew"/>
    <dgm:cxn modelId="{3FB3CD5B-17C4-4FD8-8ACA-E6A1B0229A0C}" type="presParOf" srcId="{9AC5A6AC-2E8A-48F2-B7F0-A01B32A06EAA}" destId="{5A084FAA-C96C-4DA3-9A8F-CAA4AD772E32}" srcOrd="7" destOrd="0" presId="urn:microsoft.com/office/officeart/2016/7/layout/RepeatingBendingProcessNew"/>
    <dgm:cxn modelId="{9C0D1F83-A396-4702-869B-2B9ECBB31D74}" type="presParOf" srcId="{5A084FAA-C96C-4DA3-9A8F-CAA4AD772E32}" destId="{1838D4B0-1660-4F10-8BE2-552892F355CB}" srcOrd="0" destOrd="0" presId="urn:microsoft.com/office/officeart/2016/7/layout/RepeatingBendingProcessNew"/>
    <dgm:cxn modelId="{A30C00DB-1C65-4227-BB94-340E37855FA1}" type="presParOf" srcId="{9AC5A6AC-2E8A-48F2-B7F0-A01B32A06EAA}" destId="{98644F61-5066-488B-A67C-0EE5909B04B3}" srcOrd="8" destOrd="0" presId="urn:microsoft.com/office/officeart/2016/7/layout/RepeatingBendingProcessNew"/>
    <dgm:cxn modelId="{517EA6CD-3A82-4607-A2A1-B391F70841A5}" type="presParOf" srcId="{9AC5A6AC-2E8A-48F2-B7F0-A01B32A06EAA}" destId="{4790914C-1CBE-4FD7-8A2B-5443219C5864}" srcOrd="9" destOrd="0" presId="urn:microsoft.com/office/officeart/2016/7/layout/RepeatingBendingProcessNew"/>
    <dgm:cxn modelId="{0EF23B3F-4D4B-4EFE-9393-C4492BC0FF60}" type="presParOf" srcId="{4790914C-1CBE-4FD7-8A2B-5443219C5864}" destId="{8325EF43-C7F8-495C-BB2A-414E597321E7}" srcOrd="0" destOrd="0" presId="urn:microsoft.com/office/officeart/2016/7/layout/RepeatingBendingProcessNew"/>
    <dgm:cxn modelId="{4FFD015F-0CC6-4787-AC7A-E4CD8B7BF35C}" type="presParOf" srcId="{9AC5A6AC-2E8A-48F2-B7F0-A01B32A06EAA}" destId="{DDFE21C9-1384-4FA9-99FC-6716DDB5F820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7CC16E-691D-44B6-A40C-F0C532C121A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EF5517-2910-4418-9880-FA0D2039BD0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Total Expected Revenue:</a:t>
          </a:r>
          <a:endParaRPr lang="en-US"/>
        </a:p>
      </dgm:t>
    </dgm:pt>
    <dgm:pt modelId="{9A95E97A-FF33-4DB2-A145-B941499D5E42}" type="parTrans" cxnId="{39A2E679-9CB1-4519-ACB8-64406EE5CB11}">
      <dgm:prSet/>
      <dgm:spPr/>
      <dgm:t>
        <a:bodyPr/>
        <a:lstStyle/>
        <a:p>
          <a:endParaRPr lang="en-US"/>
        </a:p>
      </dgm:t>
    </dgm:pt>
    <dgm:pt modelId="{5B5839E8-345F-4439-8485-12434E54E0B1}" type="sibTrans" cxnId="{39A2E679-9CB1-4519-ACB8-64406EE5CB11}">
      <dgm:prSet/>
      <dgm:spPr/>
      <dgm:t>
        <a:bodyPr/>
        <a:lstStyle/>
        <a:p>
          <a:endParaRPr lang="en-US"/>
        </a:p>
      </dgm:t>
    </dgm:pt>
    <dgm:pt modelId="{42763E5C-44BC-480F-A857-F4193B25CEE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$468,578.10</a:t>
          </a:r>
          <a:endParaRPr lang="en-US"/>
        </a:p>
      </dgm:t>
    </dgm:pt>
    <dgm:pt modelId="{CB75BB8B-AFDC-4CE7-9B4A-1C73D3943129}" type="parTrans" cxnId="{9EE5BE91-A1F7-420F-963A-9BA0E9C9C4DF}">
      <dgm:prSet/>
      <dgm:spPr/>
      <dgm:t>
        <a:bodyPr/>
        <a:lstStyle/>
        <a:p>
          <a:endParaRPr lang="en-US"/>
        </a:p>
      </dgm:t>
    </dgm:pt>
    <dgm:pt modelId="{ACA701C1-5CE8-4A62-8448-29022636FBB3}" type="sibTrans" cxnId="{9EE5BE91-A1F7-420F-963A-9BA0E9C9C4DF}">
      <dgm:prSet/>
      <dgm:spPr/>
      <dgm:t>
        <a:bodyPr/>
        <a:lstStyle/>
        <a:p>
          <a:endParaRPr lang="en-US"/>
        </a:p>
      </dgm:t>
    </dgm:pt>
    <dgm:pt modelId="{8239EBD3-B8DF-4F57-AE88-CD8B1AF862F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Highest Revenue listing (Fenway)</a:t>
          </a:r>
          <a:endParaRPr lang="en-US"/>
        </a:p>
      </dgm:t>
    </dgm:pt>
    <dgm:pt modelId="{926D12E6-EF01-4058-A854-D39F4E3CD0A2}" type="parTrans" cxnId="{B2F0BFD3-5C0F-49F2-82DA-19F66D3A3F10}">
      <dgm:prSet/>
      <dgm:spPr/>
      <dgm:t>
        <a:bodyPr/>
        <a:lstStyle/>
        <a:p>
          <a:endParaRPr lang="en-US"/>
        </a:p>
      </dgm:t>
    </dgm:pt>
    <dgm:pt modelId="{DF52BA29-1962-45C9-964E-A7FE041E39AE}" type="sibTrans" cxnId="{B2F0BFD3-5C0F-49F2-82DA-19F66D3A3F10}">
      <dgm:prSet/>
      <dgm:spPr/>
      <dgm:t>
        <a:bodyPr/>
        <a:lstStyle/>
        <a:p>
          <a:endParaRPr lang="en-US"/>
        </a:p>
      </dgm:t>
    </dgm:pt>
    <dgm:pt modelId="{930E4061-EB03-4965-9536-FB222E762DA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$72,675</a:t>
          </a:r>
        </a:p>
      </dgm:t>
    </dgm:pt>
    <dgm:pt modelId="{333ECE06-EB97-4613-8772-B33D89A5EE4C}" type="parTrans" cxnId="{931C12C6-B1CD-4A6F-B33D-5AC91A2F5671}">
      <dgm:prSet/>
      <dgm:spPr/>
    </dgm:pt>
    <dgm:pt modelId="{C0F84FF9-F44D-4E2B-8B14-4B1FD2F1F02A}" type="sibTrans" cxnId="{931C12C6-B1CD-4A6F-B33D-5AC91A2F5671}">
      <dgm:prSet/>
      <dgm:spPr/>
    </dgm:pt>
    <dgm:pt modelId="{E3CD442E-E753-427F-B926-44357EF2AC8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Lowest Revenue listing (Dorchester)</a:t>
          </a:r>
        </a:p>
      </dgm:t>
    </dgm:pt>
    <dgm:pt modelId="{04AC828B-B83E-467C-8DE5-2085833EF07A}" type="parTrans" cxnId="{CEA679B5-DC4E-47AC-8EF3-C79DF34DD9F2}">
      <dgm:prSet/>
      <dgm:spPr/>
    </dgm:pt>
    <dgm:pt modelId="{3A1E6447-AEFB-4676-8CA1-AB10A447ED08}" type="sibTrans" cxnId="{CEA679B5-DC4E-47AC-8EF3-C79DF34DD9F2}">
      <dgm:prSet/>
      <dgm:spPr/>
    </dgm:pt>
    <dgm:pt modelId="{1F5ED2D2-0B4C-4893-8650-38261162B2E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$300</a:t>
          </a:r>
        </a:p>
      </dgm:t>
    </dgm:pt>
    <dgm:pt modelId="{6416C2A9-36CC-456D-A0AE-E02A3D1387A5}" type="parTrans" cxnId="{3622AD69-0D30-4359-A4CB-02F4684CDE53}">
      <dgm:prSet/>
      <dgm:spPr/>
    </dgm:pt>
    <dgm:pt modelId="{DCD811BE-91D1-493C-8258-65DA73A86100}" type="sibTrans" cxnId="{3622AD69-0D30-4359-A4CB-02F4684CDE53}">
      <dgm:prSet/>
      <dgm:spPr/>
    </dgm:pt>
    <dgm:pt modelId="{AE747766-5391-4794-B931-00FDF137EC9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Optimized listing price:</a:t>
          </a:r>
          <a:endParaRPr lang="en-US"/>
        </a:p>
      </dgm:t>
    </dgm:pt>
    <dgm:pt modelId="{B40DDE44-F928-4ED6-9AB9-A93E04BE6607}" type="parTrans" cxnId="{5B1D1725-7CB6-4E7F-8536-0696D076C54F}">
      <dgm:prSet/>
      <dgm:spPr/>
    </dgm:pt>
    <dgm:pt modelId="{A5E531B4-259F-42CF-A15D-C5A04A8C0A9E}" type="sibTrans" cxnId="{5B1D1725-7CB6-4E7F-8536-0696D076C54F}">
      <dgm:prSet/>
      <dgm:spPr/>
    </dgm:pt>
    <dgm:pt modelId="{E150E602-E3E0-4779-9595-0DE24485D5A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randview Display"/>
            </a:rPr>
            <a:t>$15,763.44</a:t>
          </a:r>
        </a:p>
      </dgm:t>
    </dgm:pt>
    <dgm:pt modelId="{219BA85B-5C18-40FB-B804-1F62B237DCF1}" type="parTrans" cxnId="{E89B4A07-8A0A-4A2D-B226-39BDFB6DB4A9}">
      <dgm:prSet/>
      <dgm:spPr/>
    </dgm:pt>
    <dgm:pt modelId="{014C71AA-A5C2-4945-B7C3-C24F45A092BF}" type="sibTrans" cxnId="{E89B4A07-8A0A-4A2D-B226-39BDFB6DB4A9}">
      <dgm:prSet/>
      <dgm:spPr/>
    </dgm:pt>
    <dgm:pt modelId="{27C0C938-C749-45EF-B000-CBF7A83E3F6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000000"/>
              </a:solidFill>
              <a:latin typeface="Grandview Display"/>
            </a:rPr>
            <a:t>Avg Occupancy Rate: </a:t>
          </a:r>
          <a:endParaRPr lang="en-US">
            <a:latin typeface="Grandview Display"/>
          </a:endParaRPr>
        </a:p>
      </dgm:t>
    </dgm:pt>
    <dgm:pt modelId="{C043D568-028C-4EB4-AFF0-CB0B89D00A6D}" type="parTrans" cxnId="{F96D3048-7126-4336-9DE6-E19BFE554F0D}">
      <dgm:prSet/>
      <dgm:spPr/>
    </dgm:pt>
    <dgm:pt modelId="{0DC9BEA7-BB27-404E-A51E-CC75E37A0AD8}" type="sibTrans" cxnId="{F96D3048-7126-4336-9DE6-E19BFE554F0D}">
      <dgm:prSet/>
      <dgm:spPr/>
    </dgm:pt>
    <dgm:pt modelId="{2A7855F8-33FE-4DD6-901F-1B32B3D2962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000000"/>
              </a:solidFill>
              <a:latin typeface="Grandview Display"/>
            </a:rPr>
            <a:t>64.63%</a:t>
          </a:r>
          <a:endParaRPr lang="en-US"/>
        </a:p>
      </dgm:t>
    </dgm:pt>
    <dgm:pt modelId="{F3E4EF68-D59A-43E3-B372-EF1BD924DBC0}" type="parTrans" cxnId="{465C9929-6162-451D-9189-F3F2FD1224CD}">
      <dgm:prSet/>
      <dgm:spPr/>
    </dgm:pt>
    <dgm:pt modelId="{3E25376E-E0D7-45FF-957D-0C9E62EC20EC}" type="sibTrans" cxnId="{465C9929-6162-451D-9189-F3F2FD1224CD}">
      <dgm:prSet/>
      <dgm:spPr/>
    </dgm:pt>
    <dgm:pt modelId="{6F756116-0D4C-4D1A-A6C9-957ACC8E0FD2}" type="pres">
      <dgm:prSet presAssocID="{4D7CC16E-691D-44B6-A40C-F0C532C121A5}" presName="root" presStyleCnt="0">
        <dgm:presLayoutVars>
          <dgm:dir/>
          <dgm:resizeHandles val="exact"/>
        </dgm:presLayoutVars>
      </dgm:prSet>
      <dgm:spPr/>
    </dgm:pt>
    <dgm:pt modelId="{8C32B926-836B-4B44-96CC-DFB19BA41B35}" type="pres">
      <dgm:prSet presAssocID="{8DEF5517-2910-4418-9880-FA0D2039BD04}" presName="compNode" presStyleCnt="0"/>
      <dgm:spPr/>
    </dgm:pt>
    <dgm:pt modelId="{9CB0589C-AD7D-4698-AB88-140F2EF35E53}" type="pres">
      <dgm:prSet presAssocID="{8DEF5517-2910-4418-9880-FA0D2039BD04}" presName="bgRect" presStyleLbl="bgShp" presStyleIdx="0" presStyleCnt="5"/>
      <dgm:spPr/>
    </dgm:pt>
    <dgm:pt modelId="{F0485824-C2B3-4761-B5EC-C62AFB33F246}" type="pres">
      <dgm:prSet presAssocID="{8DEF5517-2910-4418-9880-FA0D2039BD0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F909848-9633-411F-A4F5-756302BD0B01}" type="pres">
      <dgm:prSet presAssocID="{8DEF5517-2910-4418-9880-FA0D2039BD04}" presName="spaceRect" presStyleCnt="0"/>
      <dgm:spPr/>
    </dgm:pt>
    <dgm:pt modelId="{A7421782-BA2D-4B3E-8A00-6EEDB99AD7F0}" type="pres">
      <dgm:prSet presAssocID="{8DEF5517-2910-4418-9880-FA0D2039BD04}" presName="parTx" presStyleLbl="revTx" presStyleIdx="0" presStyleCnt="10">
        <dgm:presLayoutVars>
          <dgm:chMax val="0"/>
          <dgm:chPref val="0"/>
        </dgm:presLayoutVars>
      </dgm:prSet>
      <dgm:spPr/>
    </dgm:pt>
    <dgm:pt modelId="{11598914-C868-4D05-B284-116AC436489A}" type="pres">
      <dgm:prSet presAssocID="{8DEF5517-2910-4418-9880-FA0D2039BD04}" presName="desTx" presStyleLbl="revTx" presStyleIdx="1" presStyleCnt="10">
        <dgm:presLayoutVars/>
      </dgm:prSet>
      <dgm:spPr/>
    </dgm:pt>
    <dgm:pt modelId="{16E7D1B6-3407-48BC-8AED-5AE238B27592}" type="pres">
      <dgm:prSet presAssocID="{5B5839E8-345F-4439-8485-12434E54E0B1}" presName="sibTrans" presStyleCnt="0"/>
      <dgm:spPr/>
    </dgm:pt>
    <dgm:pt modelId="{EE424A45-867C-4DB0-AED2-69D3AA428318}" type="pres">
      <dgm:prSet presAssocID="{8239EBD3-B8DF-4F57-AE88-CD8B1AF862F1}" presName="compNode" presStyleCnt="0"/>
      <dgm:spPr/>
    </dgm:pt>
    <dgm:pt modelId="{19884CAA-03E9-4960-A407-CEB1761433CA}" type="pres">
      <dgm:prSet presAssocID="{8239EBD3-B8DF-4F57-AE88-CD8B1AF862F1}" presName="bgRect" presStyleLbl="bgShp" presStyleIdx="1" presStyleCnt="5"/>
      <dgm:spPr/>
    </dgm:pt>
    <dgm:pt modelId="{DFC4E5A9-7AB0-44A9-989D-8FB1B0EA3051}" type="pres">
      <dgm:prSet presAssocID="{8239EBD3-B8DF-4F57-AE88-CD8B1AF862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DB8FC94C-07D4-4311-BCEA-6EDD18689DD4}" type="pres">
      <dgm:prSet presAssocID="{8239EBD3-B8DF-4F57-AE88-CD8B1AF862F1}" presName="spaceRect" presStyleCnt="0"/>
      <dgm:spPr/>
    </dgm:pt>
    <dgm:pt modelId="{449D2C8A-2A43-4351-868A-7B3742129805}" type="pres">
      <dgm:prSet presAssocID="{8239EBD3-B8DF-4F57-AE88-CD8B1AF862F1}" presName="parTx" presStyleLbl="revTx" presStyleIdx="2" presStyleCnt="10">
        <dgm:presLayoutVars>
          <dgm:chMax val="0"/>
          <dgm:chPref val="0"/>
        </dgm:presLayoutVars>
      </dgm:prSet>
      <dgm:spPr/>
    </dgm:pt>
    <dgm:pt modelId="{C5E2A79F-2D21-4E94-851B-2F9DC0F52748}" type="pres">
      <dgm:prSet presAssocID="{8239EBD3-B8DF-4F57-AE88-CD8B1AF862F1}" presName="desTx" presStyleLbl="revTx" presStyleIdx="3" presStyleCnt="10">
        <dgm:presLayoutVars/>
      </dgm:prSet>
      <dgm:spPr/>
    </dgm:pt>
    <dgm:pt modelId="{AD26E7EE-4E90-423C-94F3-16E3D549BCC4}" type="pres">
      <dgm:prSet presAssocID="{DF52BA29-1962-45C9-964E-A7FE041E39AE}" presName="sibTrans" presStyleCnt="0"/>
      <dgm:spPr/>
    </dgm:pt>
    <dgm:pt modelId="{799A4423-7BDC-47B1-919E-8B7736B45299}" type="pres">
      <dgm:prSet presAssocID="{E3CD442E-E753-427F-B926-44357EF2AC82}" presName="compNode" presStyleCnt="0"/>
      <dgm:spPr/>
    </dgm:pt>
    <dgm:pt modelId="{BD4C2825-10EC-4651-A7A5-83DD3DD2E959}" type="pres">
      <dgm:prSet presAssocID="{E3CD442E-E753-427F-B926-44357EF2AC82}" presName="bgRect" presStyleLbl="bgShp" presStyleIdx="2" presStyleCnt="5"/>
      <dgm:spPr/>
    </dgm:pt>
    <dgm:pt modelId="{94794D7C-0F25-4CA5-8F97-F8CC1DF52E58}" type="pres">
      <dgm:prSet presAssocID="{E3CD442E-E753-427F-B926-44357EF2AC8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47F3EE67-EF8A-4C95-A359-BADF72AE3691}" type="pres">
      <dgm:prSet presAssocID="{E3CD442E-E753-427F-B926-44357EF2AC82}" presName="spaceRect" presStyleCnt="0"/>
      <dgm:spPr/>
    </dgm:pt>
    <dgm:pt modelId="{434908A0-C8D4-4537-BA24-27588777E8ED}" type="pres">
      <dgm:prSet presAssocID="{E3CD442E-E753-427F-B926-44357EF2AC82}" presName="parTx" presStyleLbl="revTx" presStyleIdx="4" presStyleCnt="10">
        <dgm:presLayoutVars>
          <dgm:chMax val="0"/>
          <dgm:chPref val="0"/>
        </dgm:presLayoutVars>
      </dgm:prSet>
      <dgm:spPr/>
    </dgm:pt>
    <dgm:pt modelId="{30E97A50-DD9F-41CA-81A6-507A4175838B}" type="pres">
      <dgm:prSet presAssocID="{E3CD442E-E753-427F-B926-44357EF2AC82}" presName="desTx" presStyleLbl="revTx" presStyleIdx="5" presStyleCnt="10">
        <dgm:presLayoutVars/>
      </dgm:prSet>
      <dgm:spPr/>
    </dgm:pt>
    <dgm:pt modelId="{02FD8A0F-19B8-4EEC-A05D-ECD5BE1D211A}" type="pres">
      <dgm:prSet presAssocID="{3A1E6447-AEFB-4676-8CA1-AB10A447ED08}" presName="sibTrans" presStyleCnt="0"/>
      <dgm:spPr/>
    </dgm:pt>
    <dgm:pt modelId="{76276E69-0357-42AA-9E09-75FEABD7928B}" type="pres">
      <dgm:prSet presAssocID="{27C0C938-C749-45EF-B000-CBF7A83E3F69}" presName="compNode" presStyleCnt="0"/>
      <dgm:spPr/>
    </dgm:pt>
    <dgm:pt modelId="{44FFA274-6FDE-423B-97FD-A81471530321}" type="pres">
      <dgm:prSet presAssocID="{27C0C938-C749-45EF-B000-CBF7A83E3F69}" presName="bgRect" presStyleLbl="bgShp" presStyleIdx="3" presStyleCnt="5"/>
      <dgm:spPr/>
    </dgm:pt>
    <dgm:pt modelId="{C5D0A00B-4417-49CE-BFEF-A59D095CA45E}" type="pres">
      <dgm:prSet presAssocID="{27C0C938-C749-45EF-B000-CBF7A83E3F69}" presName="iconRect" presStyleLbl="node1" presStyleIdx="3" presStyleCnt="5"/>
      <dgm:spPr/>
    </dgm:pt>
    <dgm:pt modelId="{DD89BA3A-BF4B-46AA-9241-DA9AB406FA99}" type="pres">
      <dgm:prSet presAssocID="{27C0C938-C749-45EF-B000-CBF7A83E3F69}" presName="spaceRect" presStyleCnt="0"/>
      <dgm:spPr/>
    </dgm:pt>
    <dgm:pt modelId="{734D8561-7507-4549-8D96-C4A436579D61}" type="pres">
      <dgm:prSet presAssocID="{27C0C938-C749-45EF-B000-CBF7A83E3F69}" presName="parTx" presStyleLbl="revTx" presStyleIdx="6" presStyleCnt="10">
        <dgm:presLayoutVars>
          <dgm:chMax val="0"/>
          <dgm:chPref val="0"/>
        </dgm:presLayoutVars>
      </dgm:prSet>
      <dgm:spPr/>
    </dgm:pt>
    <dgm:pt modelId="{FFF734A9-A3C9-49E8-800C-C07A368450A9}" type="pres">
      <dgm:prSet presAssocID="{27C0C938-C749-45EF-B000-CBF7A83E3F69}" presName="desTx" presStyleLbl="revTx" presStyleIdx="7" presStyleCnt="10">
        <dgm:presLayoutVars/>
      </dgm:prSet>
      <dgm:spPr/>
    </dgm:pt>
    <dgm:pt modelId="{7D1BF06D-F590-46EA-9118-5D77602DF8B6}" type="pres">
      <dgm:prSet presAssocID="{0DC9BEA7-BB27-404E-A51E-CC75E37A0AD8}" presName="sibTrans" presStyleCnt="0"/>
      <dgm:spPr/>
    </dgm:pt>
    <dgm:pt modelId="{25500691-1185-4A91-884C-9B2C8BFF89EB}" type="pres">
      <dgm:prSet presAssocID="{AE747766-5391-4794-B931-00FDF137EC99}" presName="compNode" presStyleCnt="0"/>
      <dgm:spPr/>
    </dgm:pt>
    <dgm:pt modelId="{D5990A34-B8D4-40ED-8A16-756809139701}" type="pres">
      <dgm:prSet presAssocID="{AE747766-5391-4794-B931-00FDF137EC99}" presName="bgRect" presStyleLbl="bgShp" presStyleIdx="4" presStyleCnt="5"/>
      <dgm:spPr/>
    </dgm:pt>
    <dgm:pt modelId="{C8A2FE43-2F4A-4F6A-A896-F2997AE4B36E}" type="pres">
      <dgm:prSet presAssocID="{AE747766-5391-4794-B931-00FDF137EC99}" presName="iconRect" presStyleLbl="node1" presStyleIdx="4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7D6BBB51-64E8-4EDA-8F07-E9354431942F}" type="pres">
      <dgm:prSet presAssocID="{AE747766-5391-4794-B931-00FDF137EC99}" presName="spaceRect" presStyleCnt="0"/>
      <dgm:spPr/>
    </dgm:pt>
    <dgm:pt modelId="{3451B0CE-4C0D-412E-99AE-595AC463ED6D}" type="pres">
      <dgm:prSet presAssocID="{AE747766-5391-4794-B931-00FDF137EC99}" presName="parTx" presStyleLbl="revTx" presStyleIdx="8" presStyleCnt="10">
        <dgm:presLayoutVars>
          <dgm:chMax val="0"/>
          <dgm:chPref val="0"/>
        </dgm:presLayoutVars>
      </dgm:prSet>
      <dgm:spPr/>
    </dgm:pt>
    <dgm:pt modelId="{210CE0AC-95C9-45F0-8A37-D1333158AAE6}" type="pres">
      <dgm:prSet presAssocID="{AE747766-5391-4794-B931-00FDF137EC99}" presName="desTx" presStyleLbl="revTx" presStyleIdx="9" presStyleCnt="10">
        <dgm:presLayoutVars/>
      </dgm:prSet>
      <dgm:spPr/>
    </dgm:pt>
  </dgm:ptLst>
  <dgm:cxnLst>
    <dgm:cxn modelId="{E89B4A07-8A0A-4A2D-B226-39BDFB6DB4A9}" srcId="{E3CD442E-E753-427F-B926-44357EF2AC82}" destId="{E150E602-E3E0-4779-9595-0DE24485D5A6}" srcOrd="0" destOrd="0" parTransId="{219BA85B-5C18-40FB-B804-1F62B237DCF1}" sibTransId="{014C71AA-A5C2-4945-B7C3-C24F45A092BF}"/>
    <dgm:cxn modelId="{2C035C08-A584-46C4-ADB0-85102D9FC668}" type="presOf" srcId="{AE747766-5391-4794-B931-00FDF137EC99}" destId="{3451B0CE-4C0D-412E-99AE-595AC463ED6D}" srcOrd="0" destOrd="0" presId="urn:microsoft.com/office/officeart/2018/2/layout/IconVerticalSolidList"/>
    <dgm:cxn modelId="{5B1D1725-7CB6-4E7F-8536-0696D076C54F}" srcId="{4D7CC16E-691D-44B6-A40C-F0C532C121A5}" destId="{AE747766-5391-4794-B931-00FDF137EC99}" srcOrd="4" destOrd="0" parTransId="{B40DDE44-F928-4ED6-9AB9-A93E04BE6607}" sibTransId="{A5E531B4-259F-42CF-A15D-C5A04A8C0A9E}"/>
    <dgm:cxn modelId="{465C9929-6162-451D-9189-F3F2FD1224CD}" srcId="{27C0C938-C749-45EF-B000-CBF7A83E3F69}" destId="{2A7855F8-33FE-4DD6-901F-1B32B3D2962F}" srcOrd="0" destOrd="0" parTransId="{F3E4EF68-D59A-43E3-B372-EF1BD924DBC0}" sibTransId="{3E25376E-E0D7-45FF-957D-0C9E62EC20EC}"/>
    <dgm:cxn modelId="{22AF392E-812B-4A06-9BDF-D8EC1C38CB40}" type="presOf" srcId="{27C0C938-C749-45EF-B000-CBF7A83E3F69}" destId="{734D8561-7507-4549-8D96-C4A436579D61}" srcOrd="0" destOrd="0" presId="urn:microsoft.com/office/officeart/2018/2/layout/IconVerticalSolidList"/>
    <dgm:cxn modelId="{9C686035-C142-4A63-BF3F-E3B481F1F44C}" type="presOf" srcId="{930E4061-EB03-4965-9536-FB222E762DA2}" destId="{C5E2A79F-2D21-4E94-851B-2F9DC0F52748}" srcOrd="0" destOrd="0" presId="urn:microsoft.com/office/officeart/2018/2/layout/IconVerticalSolidList"/>
    <dgm:cxn modelId="{F96D3048-7126-4336-9DE6-E19BFE554F0D}" srcId="{4D7CC16E-691D-44B6-A40C-F0C532C121A5}" destId="{27C0C938-C749-45EF-B000-CBF7A83E3F69}" srcOrd="3" destOrd="0" parTransId="{C043D568-028C-4EB4-AFF0-CB0B89D00A6D}" sibTransId="{0DC9BEA7-BB27-404E-A51E-CC75E37A0AD8}"/>
    <dgm:cxn modelId="{E0816D4A-7970-48AB-AF8B-A05C62BE7BE2}" type="presOf" srcId="{E3CD442E-E753-427F-B926-44357EF2AC82}" destId="{434908A0-C8D4-4537-BA24-27588777E8ED}" srcOrd="0" destOrd="0" presId="urn:microsoft.com/office/officeart/2018/2/layout/IconVerticalSolidList"/>
    <dgm:cxn modelId="{3622AD69-0D30-4359-A4CB-02F4684CDE53}" srcId="{AE747766-5391-4794-B931-00FDF137EC99}" destId="{1F5ED2D2-0B4C-4893-8650-38261162B2EE}" srcOrd="0" destOrd="0" parTransId="{6416C2A9-36CC-456D-A0AE-E02A3D1387A5}" sibTransId="{DCD811BE-91D1-493C-8258-65DA73A86100}"/>
    <dgm:cxn modelId="{2B327A79-5450-4636-882D-7B25180B1168}" type="presOf" srcId="{8239EBD3-B8DF-4F57-AE88-CD8B1AF862F1}" destId="{449D2C8A-2A43-4351-868A-7B3742129805}" srcOrd="0" destOrd="0" presId="urn:microsoft.com/office/officeart/2018/2/layout/IconVerticalSolidList"/>
    <dgm:cxn modelId="{39A2E679-9CB1-4519-ACB8-64406EE5CB11}" srcId="{4D7CC16E-691D-44B6-A40C-F0C532C121A5}" destId="{8DEF5517-2910-4418-9880-FA0D2039BD04}" srcOrd="0" destOrd="0" parTransId="{9A95E97A-FF33-4DB2-A145-B941499D5E42}" sibTransId="{5B5839E8-345F-4439-8485-12434E54E0B1}"/>
    <dgm:cxn modelId="{5C03D47D-7210-4352-A654-F345AC4AF431}" type="presOf" srcId="{8DEF5517-2910-4418-9880-FA0D2039BD04}" destId="{A7421782-BA2D-4B3E-8A00-6EEDB99AD7F0}" srcOrd="0" destOrd="0" presId="urn:microsoft.com/office/officeart/2018/2/layout/IconVerticalSolidList"/>
    <dgm:cxn modelId="{9EE5BE91-A1F7-420F-963A-9BA0E9C9C4DF}" srcId="{8DEF5517-2910-4418-9880-FA0D2039BD04}" destId="{42763E5C-44BC-480F-A857-F4193B25CEE8}" srcOrd="0" destOrd="0" parTransId="{CB75BB8B-AFDC-4CE7-9B4A-1C73D3943129}" sibTransId="{ACA701C1-5CE8-4A62-8448-29022636FBB3}"/>
    <dgm:cxn modelId="{3C616193-01D0-4C92-907B-17E14BCF8BF9}" type="presOf" srcId="{1F5ED2D2-0B4C-4893-8650-38261162B2EE}" destId="{210CE0AC-95C9-45F0-8A37-D1333158AAE6}" srcOrd="0" destOrd="0" presId="urn:microsoft.com/office/officeart/2018/2/layout/IconVerticalSolidList"/>
    <dgm:cxn modelId="{EB491BA7-17D5-4399-8443-3BCEA6DA171F}" type="presOf" srcId="{4D7CC16E-691D-44B6-A40C-F0C532C121A5}" destId="{6F756116-0D4C-4D1A-A6C9-957ACC8E0FD2}" srcOrd="0" destOrd="0" presId="urn:microsoft.com/office/officeart/2018/2/layout/IconVerticalSolidList"/>
    <dgm:cxn modelId="{CEA679B5-DC4E-47AC-8EF3-C79DF34DD9F2}" srcId="{4D7CC16E-691D-44B6-A40C-F0C532C121A5}" destId="{E3CD442E-E753-427F-B926-44357EF2AC82}" srcOrd="2" destOrd="0" parTransId="{04AC828B-B83E-467C-8DE5-2085833EF07A}" sibTransId="{3A1E6447-AEFB-4676-8CA1-AB10A447ED08}"/>
    <dgm:cxn modelId="{65656FB7-4EC3-4FB3-A9F3-9A409FD853BC}" type="presOf" srcId="{2A7855F8-33FE-4DD6-901F-1B32B3D2962F}" destId="{FFF734A9-A3C9-49E8-800C-C07A368450A9}" srcOrd="0" destOrd="0" presId="urn:microsoft.com/office/officeart/2018/2/layout/IconVerticalSolidList"/>
    <dgm:cxn modelId="{931C12C6-B1CD-4A6F-B33D-5AC91A2F5671}" srcId="{8239EBD3-B8DF-4F57-AE88-CD8B1AF862F1}" destId="{930E4061-EB03-4965-9536-FB222E762DA2}" srcOrd="0" destOrd="0" parTransId="{333ECE06-EB97-4613-8772-B33D89A5EE4C}" sibTransId="{C0F84FF9-F44D-4E2B-8B14-4B1FD2F1F02A}"/>
    <dgm:cxn modelId="{B2F0BFD3-5C0F-49F2-82DA-19F66D3A3F10}" srcId="{4D7CC16E-691D-44B6-A40C-F0C532C121A5}" destId="{8239EBD3-B8DF-4F57-AE88-CD8B1AF862F1}" srcOrd="1" destOrd="0" parTransId="{926D12E6-EF01-4058-A854-D39F4E3CD0A2}" sibTransId="{DF52BA29-1962-45C9-964E-A7FE041E39AE}"/>
    <dgm:cxn modelId="{C50C20E2-655E-432E-8914-A106C04304D2}" type="presOf" srcId="{E150E602-E3E0-4779-9595-0DE24485D5A6}" destId="{30E97A50-DD9F-41CA-81A6-507A4175838B}" srcOrd="0" destOrd="0" presId="urn:microsoft.com/office/officeart/2018/2/layout/IconVerticalSolidList"/>
    <dgm:cxn modelId="{45B59EE4-A727-4EC3-A4ED-969C1A977F18}" type="presOf" srcId="{42763E5C-44BC-480F-A857-F4193B25CEE8}" destId="{11598914-C868-4D05-B284-116AC436489A}" srcOrd="0" destOrd="0" presId="urn:microsoft.com/office/officeart/2018/2/layout/IconVerticalSolidList"/>
    <dgm:cxn modelId="{80FD8227-0FF9-4430-B5AA-F9C8F1F8C0FC}" type="presParOf" srcId="{6F756116-0D4C-4D1A-A6C9-957ACC8E0FD2}" destId="{8C32B926-836B-4B44-96CC-DFB19BA41B35}" srcOrd="0" destOrd="0" presId="urn:microsoft.com/office/officeart/2018/2/layout/IconVerticalSolidList"/>
    <dgm:cxn modelId="{F8435415-F7D6-4850-BEB0-AA5ABF42CC41}" type="presParOf" srcId="{8C32B926-836B-4B44-96CC-DFB19BA41B35}" destId="{9CB0589C-AD7D-4698-AB88-140F2EF35E53}" srcOrd="0" destOrd="0" presId="urn:microsoft.com/office/officeart/2018/2/layout/IconVerticalSolidList"/>
    <dgm:cxn modelId="{D599B45A-998A-40E6-9848-C5A59D226457}" type="presParOf" srcId="{8C32B926-836B-4B44-96CC-DFB19BA41B35}" destId="{F0485824-C2B3-4761-B5EC-C62AFB33F246}" srcOrd="1" destOrd="0" presId="urn:microsoft.com/office/officeart/2018/2/layout/IconVerticalSolidList"/>
    <dgm:cxn modelId="{4031079E-9608-41E0-B02B-E25B0E5004DC}" type="presParOf" srcId="{8C32B926-836B-4B44-96CC-DFB19BA41B35}" destId="{DF909848-9633-411F-A4F5-756302BD0B01}" srcOrd="2" destOrd="0" presId="urn:microsoft.com/office/officeart/2018/2/layout/IconVerticalSolidList"/>
    <dgm:cxn modelId="{CF0AF045-D6F8-4CB7-86FC-6D7C9A27E338}" type="presParOf" srcId="{8C32B926-836B-4B44-96CC-DFB19BA41B35}" destId="{A7421782-BA2D-4B3E-8A00-6EEDB99AD7F0}" srcOrd="3" destOrd="0" presId="urn:microsoft.com/office/officeart/2018/2/layout/IconVerticalSolidList"/>
    <dgm:cxn modelId="{992CF097-2FB6-4637-846B-6E180D6537FB}" type="presParOf" srcId="{8C32B926-836B-4B44-96CC-DFB19BA41B35}" destId="{11598914-C868-4D05-B284-116AC436489A}" srcOrd="4" destOrd="0" presId="urn:microsoft.com/office/officeart/2018/2/layout/IconVerticalSolidList"/>
    <dgm:cxn modelId="{D6CF709B-A4A5-4B9F-895A-DE1322780C97}" type="presParOf" srcId="{6F756116-0D4C-4D1A-A6C9-957ACC8E0FD2}" destId="{16E7D1B6-3407-48BC-8AED-5AE238B27592}" srcOrd="1" destOrd="0" presId="urn:microsoft.com/office/officeart/2018/2/layout/IconVerticalSolidList"/>
    <dgm:cxn modelId="{E8F2C559-F20B-4DD0-A517-341010AD6C97}" type="presParOf" srcId="{6F756116-0D4C-4D1A-A6C9-957ACC8E0FD2}" destId="{EE424A45-867C-4DB0-AED2-69D3AA428318}" srcOrd="2" destOrd="0" presId="urn:microsoft.com/office/officeart/2018/2/layout/IconVerticalSolidList"/>
    <dgm:cxn modelId="{956EF6B5-8AAB-4927-8C3A-A47495686135}" type="presParOf" srcId="{EE424A45-867C-4DB0-AED2-69D3AA428318}" destId="{19884CAA-03E9-4960-A407-CEB1761433CA}" srcOrd="0" destOrd="0" presId="urn:microsoft.com/office/officeart/2018/2/layout/IconVerticalSolidList"/>
    <dgm:cxn modelId="{EA6D2E1F-FD60-4183-9590-31AAEE5B30AB}" type="presParOf" srcId="{EE424A45-867C-4DB0-AED2-69D3AA428318}" destId="{DFC4E5A9-7AB0-44A9-989D-8FB1B0EA3051}" srcOrd="1" destOrd="0" presId="urn:microsoft.com/office/officeart/2018/2/layout/IconVerticalSolidList"/>
    <dgm:cxn modelId="{4F98584F-E2EB-4E69-9787-0412519850BC}" type="presParOf" srcId="{EE424A45-867C-4DB0-AED2-69D3AA428318}" destId="{DB8FC94C-07D4-4311-BCEA-6EDD18689DD4}" srcOrd="2" destOrd="0" presId="urn:microsoft.com/office/officeart/2018/2/layout/IconVerticalSolidList"/>
    <dgm:cxn modelId="{C046A469-FF56-4ECA-B5DF-93F86382DE68}" type="presParOf" srcId="{EE424A45-867C-4DB0-AED2-69D3AA428318}" destId="{449D2C8A-2A43-4351-868A-7B3742129805}" srcOrd="3" destOrd="0" presId="urn:microsoft.com/office/officeart/2018/2/layout/IconVerticalSolidList"/>
    <dgm:cxn modelId="{C17C1B1C-FDA1-417D-9D9E-FD4D63CB0FAB}" type="presParOf" srcId="{EE424A45-867C-4DB0-AED2-69D3AA428318}" destId="{C5E2A79F-2D21-4E94-851B-2F9DC0F52748}" srcOrd="4" destOrd="0" presId="urn:microsoft.com/office/officeart/2018/2/layout/IconVerticalSolidList"/>
    <dgm:cxn modelId="{AE54B54F-6250-43A7-B579-AC8A02709450}" type="presParOf" srcId="{6F756116-0D4C-4D1A-A6C9-957ACC8E0FD2}" destId="{AD26E7EE-4E90-423C-94F3-16E3D549BCC4}" srcOrd="3" destOrd="0" presId="urn:microsoft.com/office/officeart/2018/2/layout/IconVerticalSolidList"/>
    <dgm:cxn modelId="{AFC7472C-976B-4AD8-A443-3A3B893595A8}" type="presParOf" srcId="{6F756116-0D4C-4D1A-A6C9-957ACC8E0FD2}" destId="{799A4423-7BDC-47B1-919E-8B7736B45299}" srcOrd="4" destOrd="0" presId="urn:microsoft.com/office/officeart/2018/2/layout/IconVerticalSolidList"/>
    <dgm:cxn modelId="{6EEB48E3-4CAD-48D6-BB54-2342D4B2FD51}" type="presParOf" srcId="{799A4423-7BDC-47B1-919E-8B7736B45299}" destId="{BD4C2825-10EC-4651-A7A5-83DD3DD2E959}" srcOrd="0" destOrd="0" presId="urn:microsoft.com/office/officeart/2018/2/layout/IconVerticalSolidList"/>
    <dgm:cxn modelId="{B08F1C13-F141-4DFA-AFBF-5BC3CECD585C}" type="presParOf" srcId="{799A4423-7BDC-47B1-919E-8B7736B45299}" destId="{94794D7C-0F25-4CA5-8F97-F8CC1DF52E58}" srcOrd="1" destOrd="0" presId="urn:microsoft.com/office/officeart/2018/2/layout/IconVerticalSolidList"/>
    <dgm:cxn modelId="{F434B7F7-EF37-4FD3-B257-EBBCC30FE535}" type="presParOf" srcId="{799A4423-7BDC-47B1-919E-8B7736B45299}" destId="{47F3EE67-EF8A-4C95-A359-BADF72AE3691}" srcOrd="2" destOrd="0" presId="urn:microsoft.com/office/officeart/2018/2/layout/IconVerticalSolidList"/>
    <dgm:cxn modelId="{E7654C24-2C35-4F2B-A70F-679D8BFA458E}" type="presParOf" srcId="{799A4423-7BDC-47B1-919E-8B7736B45299}" destId="{434908A0-C8D4-4537-BA24-27588777E8ED}" srcOrd="3" destOrd="0" presId="urn:microsoft.com/office/officeart/2018/2/layout/IconVerticalSolidList"/>
    <dgm:cxn modelId="{C0B42DE8-F654-4691-95A2-AA60FE9D4086}" type="presParOf" srcId="{799A4423-7BDC-47B1-919E-8B7736B45299}" destId="{30E97A50-DD9F-41CA-81A6-507A4175838B}" srcOrd="4" destOrd="0" presId="urn:microsoft.com/office/officeart/2018/2/layout/IconVerticalSolidList"/>
    <dgm:cxn modelId="{6256BAD9-F48C-4016-AD9F-373628B855FF}" type="presParOf" srcId="{6F756116-0D4C-4D1A-A6C9-957ACC8E0FD2}" destId="{02FD8A0F-19B8-4EEC-A05D-ECD5BE1D211A}" srcOrd="5" destOrd="0" presId="urn:microsoft.com/office/officeart/2018/2/layout/IconVerticalSolidList"/>
    <dgm:cxn modelId="{19F73F9F-528E-47EB-861A-15EB03CAAB17}" type="presParOf" srcId="{6F756116-0D4C-4D1A-A6C9-957ACC8E0FD2}" destId="{76276E69-0357-42AA-9E09-75FEABD7928B}" srcOrd="6" destOrd="0" presId="urn:microsoft.com/office/officeart/2018/2/layout/IconVerticalSolidList"/>
    <dgm:cxn modelId="{9F3F43EF-23EC-4886-8810-90887850321F}" type="presParOf" srcId="{76276E69-0357-42AA-9E09-75FEABD7928B}" destId="{44FFA274-6FDE-423B-97FD-A81471530321}" srcOrd="0" destOrd="0" presId="urn:microsoft.com/office/officeart/2018/2/layout/IconVerticalSolidList"/>
    <dgm:cxn modelId="{E8A5A6DF-FCF0-4909-8D31-24CE7B1EA381}" type="presParOf" srcId="{76276E69-0357-42AA-9E09-75FEABD7928B}" destId="{C5D0A00B-4417-49CE-BFEF-A59D095CA45E}" srcOrd="1" destOrd="0" presId="urn:microsoft.com/office/officeart/2018/2/layout/IconVerticalSolidList"/>
    <dgm:cxn modelId="{1A8537AA-74E8-404B-94B2-2D921E00D2D2}" type="presParOf" srcId="{76276E69-0357-42AA-9E09-75FEABD7928B}" destId="{DD89BA3A-BF4B-46AA-9241-DA9AB406FA99}" srcOrd="2" destOrd="0" presId="urn:microsoft.com/office/officeart/2018/2/layout/IconVerticalSolidList"/>
    <dgm:cxn modelId="{67831FE4-C176-4AC2-B193-6E4863A04D21}" type="presParOf" srcId="{76276E69-0357-42AA-9E09-75FEABD7928B}" destId="{734D8561-7507-4549-8D96-C4A436579D61}" srcOrd="3" destOrd="0" presId="urn:microsoft.com/office/officeart/2018/2/layout/IconVerticalSolidList"/>
    <dgm:cxn modelId="{50DBD742-49BB-4C70-B267-36E91E260A86}" type="presParOf" srcId="{76276E69-0357-42AA-9E09-75FEABD7928B}" destId="{FFF734A9-A3C9-49E8-800C-C07A368450A9}" srcOrd="4" destOrd="0" presId="urn:microsoft.com/office/officeart/2018/2/layout/IconVerticalSolidList"/>
    <dgm:cxn modelId="{C147A18B-1F85-4E1B-80FB-ED289B29B528}" type="presParOf" srcId="{6F756116-0D4C-4D1A-A6C9-957ACC8E0FD2}" destId="{7D1BF06D-F590-46EA-9118-5D77602DF8B6}" srcOrd="7" destOrd="0" presId="urn:microsoft.com/office/officeart/2018/2/layout/IconVerticalSolidList"/>
    <dgm:cxn modelId="{EAAF714E-EA91-4FBE-9F04-1311A836C1DA}" type="presParOf" srcId="{6F756116-0D4C-4D1A-A6C9-957ACC8E0FD2}" destId="{25500691-1185-4A91-884C-9B2C8BFF89EB}" srcOrd="8" destOrd="0" presId="urn:microsoft.com/office/officeart/2018/2/layout/IconVerticalSolidList"/>
    <dgm:cxn modelId="{DF29E368-ECA1-4A85-9F6E-456DE588A7A6}" type="presParOf" srcId="{25500691-1185-4A91-884C-9B2C8BFF89EB}" destId="{D5990A34-B8D4-40ED-8A16-756809139701}" srcOrd="0" destOrd="0" presId="urn:microsoft.com/office/officeart/2018/2/layout/IconVerticalSolidList"/>
    <dgm:cxn modelId="{E6E41F34-F431-44ED-A989-47F6C0A1758F}" type="presParOf" srcId="{25500691-1185-4A91-884C-9B2C8BFF89EB}" destId="{C8A2FE43-2F4A-4F6A-A896-F2997AE4B36E}" srcOrd="1" destOrd="0" presId="urn:microsoft.com/office/officeart/2018/2/layout/IconVerticalSolidList"/>
    <dgm:cxn modelId="{FD577C72-4630-499B-8F19-D9AE71569B4E}" type="presParOf" srcId="{25500691-1185-4A91-884C-9B2C8BFF89EB}" destId="{7D6BBB51-64E8-4EDA-8F07-E9354431942F}" srcOrd="2" destOrd="0" presId="urn:microsoft.com/office/officeart/2018/2/layout/IconVerticalSolidList"/>
    <dgm:cxn modelId="{93AC91DD-2487-4697-8AF6-6106A181AB8F}" type="presParOf" srcId="{25500691-1185-4A91-884C-9B2C8BFF89EB}" destId="{3451B0CE-4C0D-412E-99AE-595AC463ED6D}" srcOrd="3" destOrd="0" presId="urn:microsoft.com/office/officeart/2018/2/layout/IconVerticalSolidList"/>
    <dgm:cxn modelId="{19DEDCB3-19EF-47DD-B5DD-527EB7A41848}" type="presParOf" srcId="{25500691-1185-4A91-884C-9B2C8BFF89EB}" destId="{210CE0AC-95C9-45F0-8A37-D1333158AAE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B0F3B-FE6F-4082-BB97-72F4F09ABA8A}">
      <dsp:nvSpPr>
        <dsp:cNvPr id="0" name=""/>
        <dsp:cNvSpPr/>
      </dsp:nvSpPr>
      <dsp:spPr>
        <a:xfrm>
          <a:off x="0" y="2399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D4D67-9959-42C0-8CA6-AAFD6012DF58}">
      <dsp:nvSpPr>
        <dsp:cNvPr id="0" name=""/>
        <dsp:cNvSpPr/>
      </dsp:nvSpPr>
      <dsp:spPr>
        <a:xfrm>
          <a:off x="0" y="2399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Introduction </a:t>
          </a:r>
        </a:p>
      </dsp:txBody>
      <dsp:txXfrm>
        <a:off x="0" y="2399"/>
        <a:ext cx="11244319" cy="409055"/>
      </dsp:txXfrm>
    </dsp:sp>
    <dsp:sp modelId="{3BEB5D18-E249-446C-83D6-A4098E1FB952}">
      <dsp:nvSpPr>
        <dsp:cNvPr id="0" name=""/>
        <dsp:cNvSpPr/>
      </dsp:nvSpPr>
      <dsp:spPr>
        <a:xfrm>
          <a:off x="0" y="411454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F7FC4-F183-4F00-948F-CB2FE9A9E255}">
      <dsp:nvSpPr>
        <dsp:cNvPr id="0" name=""/>
        <dsp:cNvSpPr/>
      </dsp:nvSpPr>
      <dsp:spPr>
        <a:xfrm>
          <a:off x="0" y="411454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Overview of Airbnb in Boston </a:t>
          </a:r>
        </a:p>
      </dsp:txBody>
      <dsp:txXfrm>
        <a:off x="0" y="411454"/>
        <a:ext cx="11244319" cy="409055"/>
      </dsp:txXfrm>
    </dsp:sp>
    <dsp:sp modelId="{13C7BF83-195A-4E17-9F7D-22CF61900F59}">
      <dsp:nvSpPr>
        <dsp:cNvPr id="0" name=""/>
        <dsp:cNvSpPr/>
      </dsp:nvSpPr>
      <dsp:spPr>
        <a:xfrm>
          <a:off x="0" y="820509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1221D-A48E-4614-B437-DC7AFF20F4F0}">
      <dsp:nvSpPr>
        <dsp:cNvPr id="0" name=""/>
        <dsp:cNvSpPr/>
      </dsp:nvSpPr>
      <dsp:spPr>
        <a:xfrm>
          <a:off x="0" y="820509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Problem Statement and Objective </a:t>
          </a:r>
        </a:p>
      </dsp:txBody>
      <dsp:txXfrm>
        <a:off x="0" y="820509"/>
        <a:ext cx="11244319" cy="409055"/>
      </dsp:txXfrm>
    </dsp:sp>
    <dsp:sp modelId="{8CEC6BA7-48EC-4940-9976-FB1690E311C5}">
      <dsp:nvSpPr>
        <dsp:cNvPr id="0" name=""/>
        <dsp:cNvSpPr/>
      </dsp:nvSpPr>
      <dsp:spPr>
        <a:xfrm>
          <a:off x="0" y="1229565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1BE08-D1CF-4530-A00F-95BF7F479D1D}">
      <dsp:nvSpPr>
        <dsp:cNvPr id="0" name=""/>
        <dsp:cNvSpPr/>
      </dsp:nvSpPr>
      <dsp:spPr>
        <a:xfrm>
          <a:off x="0" y="1229565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 Methodology</a:t>
          </a:r>
        </a:p>
      </dsp:txBody>
      <dsp:txXfrm>
        <a:off x="0" y="1229565"/>
        <a:ext cx="11244319" cy="409055"/>
      </dsp:txXfrm>
    </dsp:sp>
    <dsp:sp modelId="{CC25243A-5F1C-4F06-98EF-6862B6E93A45}">
      <dsp:nvSpPr>
        <dsp:cNvPr id="0" name=""/>
        <dsp:cNvSpPr/>
      </dsp:nvSpPr>
      <dsp:spPr>
        <a:xfrm>
          <a:off x="0" y="1638620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6E8D6-DB9F-4552-82A2-5995242E6E17}">
      <dsp:nvSpPr>
        <dsp:cNvPr id="0" name=""/>
        <dsp:cNvSpPr/>
      </dsp:nvSpPr>
      <dsp:spPr>
        <a:xfrm>
          <a:off x="0" y="1638620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Sources and Feature - </a:t>
          </a:r>
        </a:p>
      </dsp:txBody>
      <dsp:txXfrm>
        <a:off x="0" y="1638620"/>
        <a:ext cx="11244319" cy="409055"/>
      </dsp:txXfrm>
    </dsp:sp>
    <dsp:sp modelId="{E575CC7D-93E3-4CE8-9815-73C35766E887}">
      <dsp:nvSpPr>
        <dsp:cNvPr id="0" name=""/>
        <dsp:cNvSpPr/>
      </dsp:nvSpPr>
      <dsp:spPr>
        <a:xfrm>
          <a:off x="0" y="2047676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EDDBC-915B-4EDA-AE8D-A6FCF277BF4B}">
      <dsp:nvSpPr>
        <dsp:cNvPr id="0" name=""/>
        <dsp:cNvSpPr/>
      </dsp:nvSpPr>
      <dsp:spPr>
        <a:xfrm>
          <a:off x="0" y="2047676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Preprocessing and Feature Engineering </a:t>
          </a:r>
        </a:p>
      </dsp:txBody>
      <dsp:txXfrm>
        <a:off x="0" y="2047676"/>
        <a:ext cx="11244319" cy="409055"/>
      </dsp:txXfrm>
    </dsp:sp>
    <dsp:sp modelId="{23B3F559-789C-45B9-9413-C9E98183E896}">
      <dsp:nvSpPr>
        <dsp:cNvPr id="0" name=""/>
        <dsp:cNvSpPr/>
      </dsp:nvSpPr>
      <dsp:spPr>
        <a:xfrm>
          <a:off x="0" y="2456731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5BC83-68E1-4167-9D97-597E34C30F4F}">
      <dsp:nvSpPr>
        <dsp:cNvPr id="0" name=""/>
        <dsp:cNvSpPr/>
      </dsp:nvSpPr>
      <dsp:spPr>
        <a:xfrm>
          <a:off x="0" y="2456731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Predictive Modeling and Classification </a:t>
          </a:r>
        </a:p>
      </dsp:txBody>
      <dsp:txXfrm>
        <a:off x="0" y="2456731"/>
        <a:ext cx="11244319" cy="409055"/>
      </dsp:txXfrm>
    </dsp:sp>
    <dsp:sp modelId="{673C1B40-AF20-496A-957B-B0FC673CDDC8}">
      <dsp:nvSpPr>
        <dsp:cNvPr id="0" name=""/>
        <dsp:cNvSpPr/>
      </dsp:nvSpPr>
      <dsp:spPr>
        <a:xfrm>
          <a:off x="0" y="2865786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0C4E4-22A9-4F31-9F07-38E0F60804E0}">
      <dsp:nvSpPr>
        <dsp:cNvPr id="0" name=""/>
        <dsp:cNvSpPr/>
      </dsp:nvSpPr>
      <dsp:spPr>
        <a:xfrm>
          <a:off x="0" y="2865786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Geographic Clustering </a:t>
          </a:r>
        </a:p>
      </dsp:txBody>
      <dsp:txXfrm>
        <a:off x="0" y="2865786"/>
        <a:ext cx="11244319" cy="409055"/>
      </dsp:txXfrm>
    </dsp:sp>
    <dsp:sp modelId="{CFB6DE4D-D699-4D94-AE47-9CE7CD60948F}">
      <dsp:nvSpPr>
        <dsp:cNvPr id="0" name=""/>
        <dsp:cNvSpPr/>
      </dsp:nvSpPr>
      <dsp:spPr>
        <a:xfrm>
          <a:off x="0" y="3274842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DFE18-653D-4085-90C2-F61E2E4C99E9}">
      <dsp:nvSpPr>
        <dsp:cNvPr id="0" name=""/>
        <dsp:cNvSpPr/>
      </dsp:nvSpPr>
      <dsp:spPr>
        <a:xfrm>
          <a:off x="0" y="3274842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Visualizations and Tableau Dashboard</a:t>
          </a:r>
        </a:p>
      </dsp:txBody>
      <dsp:txXfrm>
        <a:off x="0" y="3274842"/>
        <a:ext cx="11244319" cy="409055"/>
      </dsp:txXfrm>
    </dsp:sp>
    <dsp:sp modelId="{2EB58B4B-5E0C-4EEA-A68F-CEFEC952E49B}">
      <dsp:nvSpPr>
        <dsp:cNvPr id="0" name=""/>
        <dsp:cNvSpPr/>
      </dsp:nvSpPr>
      <dsp:spPr>
        <a:xfrm>
          <a:off x="0" y="3683897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EF9A5-146E-4144-8263-66F9559F474E}">
      <dsp:nvSpPr>
        <dsp:cNvPr id="0" name=""/>
        <dsp:cNvSpPr/>
      </dsp:nvSpPr>
      <dsp:spPr>
        <a:xfrm>
          <a:off x="0" y="3683897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Discussion of Insights</a:t>
          </a:r>
        </a:p>
      </dsp:txBody>
      <dsp:txXfrm>
        <a:off x="0" y="3683897"/>
        <a:ext cx="11244319" cy="409055"/>
      </dsp:txXfrm>
    </dsp:sp>
    <dsp:sp modelId="{53AC1249-F19C-45F9-9052-874CC09BABAB}">
      <dsp:nvSpPr>
        <dsp:cNvPr id="0" name=""/>
        <dsp:cNvSpPr/>
      </dsp:nvSpPr>
      <dsp:spPr>
        <a:xfrm>
          <a:off x="0" y="4092953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BD399-56D6-4B3A-93A2-DB61E75F1805}">
      <dsp:nvSpPr>
        <dsp:cNvPr id="0" name=""/>
        <dsp:cNvSpPr/>
      </dsp:nvSpPr>
      <dsp:spPr>
        <a:xfrm>
          <a:off x="0" y="4092953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Limitations and Future Scope</a:t>
          </a:r>
        </a:p>
      </dsp:txBody>
      <dsp:txXfrm>
        <a:off x="0" y="4092953"/>
        <a:ext cx="11244319" cy="409055"/>
      </dsp:txXfrm>
    </dsp:sp>
    <dsp:sp modelId="{90461081-CF22-4480-8D47-5B6540FC5816}">
      <dsp:nvSpPr>
        <dsp:cNvPr id="0" name=""/>
        <dsp:cNvSpPr/>
      </dsp:nvSpPr>
      <dsp:spPr>
        <a:xfrm>
          <a:off x="0" y="4502008"/>
          <a:ext cx="1124431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B5F71-0167-4E09-8166-E60EC37AC89B}">
      <dsp:nvSpPr>
        <dsp:cNvPr id="0" name=""/>
        <dsp:cNvSpPr/>
      </dsp:nvSpPr>
      <dsp:spPr>
        <a:xfrm>
          <a:off x="0" y="4502008"/>
          <a:ext cx="11244319" cy="409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Conclusion</a:t>
          </a:r>
        </a:p>
      </dsp:txBody>
      <dsp:txXfrm>
        <a:off x="0" y="4502008"/>
        <a:ext cx="11244319" cy="409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ECD92-FD74-4BD6-A6B7-47ECD3EE8F48}">
      <dsp:nvSpPr>
        <dsp:cNvPr id="0" name=""/>
        <dsp:cNvSpPr/>
      </dsp:nvSpPr>
      <dsp:spPr>
        <a:xfrm>
          <a:off x="2987562" y="610812"/>
          <a:ext cx="4700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31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0062" y="654028"/>
        <a:ext cx="25031" cy="5006"/>
      </dsp:txXfrm>
    </dsp:sp>
    <dsp:sp modelId="{CD3CD3B6-0F54-47D1-B764-3E8FBD95B50A}">
      <dsp:nvSpPr>
        <dsp:cNvPr id="0" name=""/>
        <dsp:cNvSpPr/>
      </dsp:nvSpPr>
      <dsp:spPr>
        <a:xfrm>
          <a:off x="812703" y="3534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Steps followed:</a:t>
          </a:r>
          <a:endParaRPr lang="en-US" sz="1500" kern="1200"/>
        </a:p>
      </dsp:txBody>
      <dsp:txXfrm>
        <a:off x="812703" y="3534"/>
        <a:ext cx="2176658" cy="1305995"/>
      </dsp:txXfrm>
    </dsp:sp>
    <dsp:sp modelId="{EA5B56F3-5BD7-4B41-8447-52DC19FC628C}">
      <dsp:nvSpPr>
        <dsp:cNvPr id="0" name=""/>
        <dsp:cNvSpPr/>
      </dsp:nvSpPr>
      <dsp:spPr>
        <a:xfrm>
          <a:off x="1901033" y="1307729"/>
          <a:ext cx="2677290" cy="470031"/>
        </a:xfrm>
        <a:custGeom>
          <a:avLst/>
          <a:gdLst/>
          <a:ahLst/>
          <a:cxnLst/>
          <a:rect l="0" t="0" r="0" b="0"/>
          <a:pathLst>
            <a:path>
              <a:moveTo>
                <a:pt x="2677290" y="0"/>
              </a:moveTo>
              <a:lnTo>
                <a:pt x="2677290" y="252115"/>
              </a:lnTo>
              <a:lnTo>
                <a:pt x="0" y="252115"/>
              </a:lnTo>
              <a:lnTo>
                <a:pt x="0" y="470031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71586" y="1540242"/>
        <a:ext cx="136184" cy="5006"/>
      </dsp:txXfrm>
    </dsp:sp>
    <dsp:sp modelId="{7D320B4C-6790-4E6C-A799-CDDC6DD9FEFB}">
      <dsp:nvSpPr>
        <dsp:cNvPr id="0" name=""/>
        <dsp:cNvSpPr/>
      </dsp:nvSpPr>
      <dsp:spPr>
        <a:xfrm>
          <a:off x="3489994" y="3534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1. Collected data from listings.csv (Boston Airbnb 2025)</a:t>
          </a:r>
        </a:p>
      </dsp:txBody>
      <dsp:txXfrm>
        <a:off x="3489994" y="3534"/>
        <a:ext cx="2176658" cy="1305995"/>
      </dsp:txXfrm>
    </dsp:sp>
    <dsp:sp modelId="{8859B9F5-ADE0-4F5C-9E4C-DE668DACD3A6}">
      <dsp:nvSpPr>
        <dsp:cNvPr id="0" name=""/>
        <dsp:cNvSpPr/>
      </dsp:nvSpPr>
      <dsp:spPr>
        <a:xfrm>
          <a:off x="2987562" y="2417439"/>
          <a:ext cx="4700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31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0062" y="2460655"/>
        <a:ext cx="25031" cy="5006"/>
      </dsp:txXfrm>
    </dsp:sp>
    <dsp:sp modelId="{06C1B2B7-3539-47EC-8E80-ECE324F61BCD}">
      <dsp:nvSpPr>
        <dsp:cNvPr id="0" name=""/>
        <dsp:cNvSpPr/>
      </dsp:nvSpPr>
      <dsp:spPr>
        <a:xfrm>
          <a:off x="812703" y="1810161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2. Cleaned and processed pricing, occupancy, and availability</a:t>
          </a:r>
        </a:p>
      </dsp:txBody>
      <dsp:txXfrm>
        <a:off x="812703" y="1810161"/>
        <a:ext cx="2176658" cy="1305995"/>
      </dsp:txXfrm>
    </dsp:sp>
    <dsp:sp modelId="{5A084FAA-C96C-4DA3-9A8F-CAA4AD772E32}">
      <dsp:nvSpPr>
        <dsp:cNvPr id="0" name=""/>
        <dsp:cNvSpPr/>
      </dsp:nvSpPr>
      <dsp:spPr>
        <a:xfrm>
          <a:off x="1901033" y="3114356"/>
          <a:ext cx="2677290" cy="470031"/>
        </a:xfrm>
        <a:custGeom>
          <a:avLst/>
          <a:gdLst/>
          <a:ahLst/>
          <a:cxnLst/>
          <a:rect l="0" t="0" r="0" b="0"/>
          <a:pathLst>
            <a:path>
              <a:moveTo>
                <a:pt x="2677290" y="0"/>
              </a:moveTo>
              <a:lnTo>
                <a:pt x="2677290" y="252115"/>
              </a:lnTo>
              <a:lnTo>
                <a:pt x="0" y="252115"/>
              </a:lnTo>
              <a:lnTo>
                <a:pt x="0" y="470031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71586" y="3346869"/>
        <a:ext cx="136184" cy="5006"/>
      </dsp:txXfrm>
    </dsp:sp>
    <dsp:sp modelId="{58936847-CA87-4A5F-872A-B9BF6CF345F2}">
      <dsp:nvSpPr>
        <dsp:cNvPr id="0" name=""/>
        <dsp:cNvSpPr/>
      </dsp:nvSpPr>
      <dsp:spPr>
        <a:xfrm>
          <a:off x="3489994" y="1810161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3. Applied Excel Solver for price optimization</a:t>
          </a:r>
        </a:p>
      </dsp:txBody>
      <dsp:txXfrm>
        <a:off x="3489994" y="1810161"/>
        <a:ext cx="2176658" cy="1305995"/>
      </dsp:txXfrm>
    </dsp:sp>
    <dsp:sp modelId="{4790914C-1CBE-4FD7-8A2B-5443219C5864}">
      <dsp:nvSpPr>
        <dsp:cNvPr id="0" name=""/>
        <dsp:cNvSpPr/>
      </dsp:nvSpPr>
      <dsp:spPr>
        <a:xfrm>
          <a:off x="2987562" y="4224065"/>
          <a:ext cx="4700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31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0062" y="4267282"/>
        <a:ext cx="25031" cy="5006"/>
      </dsp:txXfrm>
    </dsp:sp>
    <dsp:sp modelId="{98644F61-5066-488B-A67C-0EE5909B04B3}">
      <dsp:nvSpPr>
        <dsp:cNvPr id="0" name=""/>
        <dsp:cNvSpPr/>
      </dsp:nvSpPr>
      <dsp:spPr>
        <a:xfrm>
          <a:off x="812703" y="3616788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4. Built dashboards and analyzed performance metrics</a:t>
          </a:r>
        </a:p>
      </dsp:txBody>
      <dsp:txXfrm>
        <a:off x="812703" y="3616788"/>
        <a:ext cx="2176658" cy="1305995"/>
      </dsp:txXfrm>
    </dsp:sp>
    <dsp:sp modelId="{DDFE21C9-1384-4FA9-99FC-6716DDB5F820}">
      <dsp:nvSpPr>
        <dsp:cNvPr id="0" name=""/>
        <dsp:cNvSpPr/>
      </dsp:nvSpPr>
      <dsp:spPr>
        <a:xfrm>
          <a:off x="3489994" y="3616788"/>
          <a:ext cx="2176658" cy="130599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58" tIns="111956" rIns="106658" bIns="111956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5. Key features: Adjusted Price, Availability, Occupancy Rate, Revenue</a:t>
          </a:r>
        </a:p>
      </dsp:txBody>
      <dsp:txXfrm>
        <a:off x="3489994" y="3616788"/>
        <a:ext cx="2176658" cy="1305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0589C-AD7D-4698-AB88-140F2EF35E53}">
      <dsp:nvSpPr>
        <dsp:cNvPr id="0" name=""/>
        <dsp:cNvSpPr/>
      </dsp:nvSpPr>
      <dsp:spPr>
        <a:xfrm>
          <a:off x="0" y="3993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485824-C2B3-4761-B5EC-C62AFB33F246}">
      <dsp:nvSpPr>
        <dsp:cNvPr id="0" name=""/>
        <dsp:cNvSpPr/>
      </dsp:nvSpPr>
      <dsp:spPr>
        <a:xfrm>
          <a:off x="257290" y="195365"/>
          <a:ext cx="467800" cy="467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21782-BA2D-4B3E-8A00-6EEDB99AD7F0}">
      <dsp:nvSpPr>
        <dsp:cNvPr id="0" name=""/>
        <dsp:cNvSpPr/>
      </dsp:nvSpPr>
      <dsp:spPr>
        <a:xfrm>
          <a:off x="982380" y="3993"/>
          <a:ext cx="3247387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Grandview Display"/>
            </a:rPr>
            <a:t>Total Expected Revenue:</a:t>
          </a:r>
          <a:endParaRPr lang="en-US" sz="1900" kern="1200"/>
        </a:p>
      </dsp:txBody>
      <dsp:txXfrm>
        <a:off x="982380" y="3993"/>
        <a:ext cx="3247387" cy="850545"/>
      </dsp:txXfrm>
    </dsp:sp>
    <dsp:sp modelId="{11598914-C868-4D05-B284-116AC436489A}">
      <dsp:nvSpPr>
        <dsp:cNvPr id="0" name=""/>
        <dsp:cNvSpPr/>
      </dsp:nvSpPr>
      <dsp:spPr>
        <a:xfrm>
          <a:off x="4229767" y="3993"/>
          <a:ext cx="2986648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randview Display"/>
            </a:rPr>
            <a:t>$468,578.10</a:t>
          </a:r>
          <a:endParaRPr lang="en-US" sz="1800" kern="1200"/>
        </a:p>
      </dsp:txBody>
      <dsp:txXfrm>
        <a:off x="4229767" y="3993"/>
        <a:ext cx="2986648" cy="850545"/>
      </dsp:txXfrm>
    </dsp:sp>
    <dsp:sp modelId="{19884CAA-03E9-4960-A407-CEB1761433CA}">
      <dsp:nvSpPr>
        <dsp:cNvPr id="0" name=""/>
        <dsp:cNvSpPr/>
      </dsp:nvSpPr>
      <dsp:spPr>
        <a:xfrm>
          <a:off x="0" y="1067175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4E5A9-7AB0-44A9-989D-8FB1B0EA3051}">
      <dsp:nvSpPr>
        <dsp:cNvPr id="0" name=""/>
        <dsp:cNvSpPr/>
      </dsp:nvSpPr>
      <dsp:spPr>
        <a:xfrm>
          <a:off x="257290" y="1258547"/>
          <a:ext cx="467800" cy="467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D2C8A-2A43-4351-868A-7B3742129805}">
      <dsp:nvSpPr>
        <dsp:cNvPr id="0" name=""/>
        <dsp:cNvSpPr/>
      </dsp:nvSpPr>
      <dsp:spPr>
        <a:xfrm>
          <a:off x="982380" y="1067175"/>
          <a:ext cx="3247387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Grandview Display"/>
            </a:rPr>
            <a:t>Highest Revenue listing (Fenway)</a:t>
          </a:r>
          <a:endParaRPr lang="en-US" sz="1900" kern="1200"/>
        </a:p>
      </dsp:txBody>
      <dsp:txXfrm>
        <a:off x="982380" y="1067175"/>
        <a:ext cx="3247387" cy="850545"/>
      </dsp:txXfrm>
    </dsp:sp>
    <dsp:sp modelId="{C5E2A79F-2D21-4E94-851B-2F9DC0F52748}">
      <dsp:nvSpPr>
        <dsp:cNvPr id="0" name=""/>
        <dsp:cNvSpPr/>
      </dsp:nvSpPr>
      <dsp:spPr>
        <a:xfrm>
          <a:off x="4229767" y="1067175"/>
          <a:ext cx="2986648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randview Display"/>
            </a:rPr>
            <a:t>$72,675</a:t>
          </a:r>
        </a:p>
      </dsp:txBody>
      <dsp:txXfrm>
        <a:off x="4229767" y="1067175"/>
        <a:ext cx="2986648" cy="850545"/>
      </dsp:txXfrm>
    </dsp:sp>
    <dsp:sp modelId="{BD4C2825-10EC-4651-A7A5-83DD3DD2E959}">
      <dsp:nvSpPr>
        <dsp:cNvPr id="0" name=""/>
        <dsp:cNvSpPr/>
      </dsp:nvSpPr>
      <dsp:spPr>
        <a:xfrm>
          <a:off x="0" y="2130357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94D7C-0F25-4CA5-8F97-F8CC1DF52E58}">
      <dsp:nvSpPr>
        <dsp:cNvPr id="0" name=""/>
        <dsp:cNvSpPr/>
      </dsp:nvSpPr>
      <dsp:spPr>
        <a:xfrm>
          <a:off x="257290" y="2321729"/>
          <a:ext cx="467800" cy="467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908A0-C8D4-4537-BA24-27588777E8ED}">
      <dsp:nvSpPr>
        <dsp:cNvPr id="0" name=""/>
        <dsp:cNvSpPr/>
      </dsp:nvSpPr>
      <dsp:spPr>
        <a:xfrm>
          <a:off x="982380" y="2130357"/>
          <a:ext cx="3247387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Grandview Display"/>
            </a:rPr>
            <a:t>Lowest Revenue listing (Dorchester)</a:t>
          </a:r>
        </a:p>
      </dsp:txBody>
      <dsp:txXfrm>
        <a:off x="982380" y="2130357"/>
        <a:ext cx="3247387" cy="850545"/>
      </dsp:txXfrm>
    </dsp:sp>
    <dsp:sp modelId="{30E97A50-DD9F-41CA-81A6-507A4175838B}">
      <dsp:nvSpPr>
        <dsp:cNvPr id="0" name=""/>
        <dsp:cNvSpPr/>
      </dsp:nvSpPr>
      <dsp:spPr>
        <a:xfrm>
          <a:off x="4229767" y="2130357"/>
          <a:ext cx="2986648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randview Display"/>
            </a:rPr>
            <a:t>$15,763.44</a:t>
          </a:r>
        </a:p>
      </dsp:txBody>
      <dsp:txXfrm>
        <a:off x="4229767" y="2130357"/>
        <a:ext cx="2986648" cy="850545"/>
      </dsp:txXfrm>
    </dsp:sp>
    <dsp:sp modelId="{44FFA274-6FDE-423B-97FD-A81471530321}">
      <dsp:nvSpPr>
        <dsp:cNvPr id="0" name=""/>
        <dsp:cNvSpPr/>
      </dsp:nvSpPr>
      <dsp:spPr>
        <a:xfrm>
          <a:off x="0" y="3193539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0A00B-4417-49CE-BFEF-A59D095CA45E}">
      <dsp:nvSpPr>
        <dsp:cNvPr id="0" name=""/>
        <dsp:cNvSpPr/>
      </dsp:nvSpPr>
      <dsp:spPr>
        <a:xfrm>
          <a:off x="257290" y="3384911"/>
          <a:ext cx="467800" cy="467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D8561-7507-4549-8D96-C4A436579D61}">
      <dsp:nvSpPr>
        <dsp:cNvPr id="0" name=""/>
        <dsp:cNvSpPr/>
      </dsp:nvSpPr>
      <dsp:spPr>
        <a:xfrm>
          <a:off x="982380" y="3193539"/>
          <a:ext cx="3247387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rgbClr val="000000"/>
              </a:solidFill>
              <a:latin typeface="Grandview Display"/>
            </a:rPr>
            <a:t>Avg Occupancy Rate: </a:t>
          </a:r>
          <a:endParaRPr lang="en-US" sz="1900" kern="1200">
            <a:latin typeface="Grandview Display"/>
          </a:endParaRPr>
        </a:p>
      </dsp:txBody>
      <dsp:txXfrm>
        <a:off x="982380" y="3193539"/>
        <a:ext cx="3247387" cy="850545"/>
      </dsp:txXfrm>
    </dsp:sp>
    <dsp:sp modelId="{FFF734A9-A3C9-49E8-800C-C07A368450A9}">
      <dsp:nvSpPr>
        <dsp:cNvPr id="0" name=""/>
        <dsp:cNvSpPr/>
      </dsp:nvSpPr>
      <dsp:spPr>
        <a:xfrm>
          <a:off x="4229767" y="3193539"/>
          <a:ext cx="2986648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rgbClr val="000000"/>
              </a:solidFill>
              <a:latin typeface="Grandview Display"/>
            </a:rPr>
            <a:t>64.63%</a:t>
          </a:r>
          <a:endParaRPr lang="en-US" sz="1800" kern="1200"/>
        </a:p>
      </dsp:txBody>
      <dsp:txXfrm>
        <a:off x="4229767" y="3193539"/>
        <a:ext cx="2986648" cy="850545"/>
      </dsp:txXfrm>
    </dsp:sp>
    <dsp:sp modelId="{D5990A34-B8D4-40ED-8A16-756809139701}">
      <dsp:nvSpPr>
        <dsp:cNvPr id="0" name=""/>
        <dsp:cNvSpPr/>
      </dsp:nvSpPr>
      <dsp:spPr>
        <a:xfrm>
          <a:off x="0" y="4256721"/>
          <a:ext cx="7216416" cy="8505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2FE43-2F4A-4F6A-A896-F2997AE4B36E}">
      <dsp:nvSpPr>
        <dsp:cNvPr id="0" name=""/>
        <dsp:cNvSpPr/>
      </dsp:nvSpPr>
      <dsp:spPr>
        <a:xfrm>
          <a:off x="257290" y="4448093"/>
          <a:ext cx="467800" cy="467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1B0CE-4C0D-412E-99AE-595AC463ED6D}">
      <dsp:nvSpPr>
        <dsp:cNvPr id="0" name=""/>
        <dsp:cNvSpPr/>
      </dsp:nvSpPr>
      <dsp:spPr>
        <a:xfrm>
          <a:off x="982380" y="4256721"/>
          <a:ext cx="3247387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Grandview Display"/>
            </a:rPr>
            <a:t>Optimized listing price:</a:t>
          </a:r>
          <a:endParaRPr lang="en-US" sz="1900" kern="1200"/>
        </a:p>
      </dsp:txBody>
      <dsp:txXfrm>
        <a:off x="982380" y="4256721"/>
        <a:ext cx="3247387" cy="850545"/>
      </dsp:txXfrm>
    </dsp:sp>
    <dsp:sp modelId="{210CE0AC-95C9-45F0-8A37-D1333158AAE6}">
      <dsp:nvSpPr>
        <dsp:cNvPr id="0" name=""/>
        <dsp:cNvSpPr/>
      </dsp:nvSpPr>
      <dsp:spPr>
        <a:xfrm>
          <a:off x="4229767" y="4256721"/>
          <a:ext cx="2986648" cy="850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6" tIns="90016" rIns="90016" bIns="9001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randview Display"/>
            </a:rPr>
            <a:t>$300</a:t>
          </a:r>
        </a:p>
      </dsp:txBody>
      <dsp:txXfrm>
        <a:off x="4229767" y="4256721"/>
        <a:ext cx="2986648" cy="8505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80158-CF45-4A47-A8D5-EFC1E0587728}" type="datetimeFigureOut">
              <a:t>5/4/25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7D8AB-AB62-4F3E-9E0F-DADD3B97A3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7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For host takeaway:</a:t>
            </a:r>
          </a:p>
          <a:p>
            <a:r>
              <a:rPr lang="en-US"/>
              <a:t>tips: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Open your calendar for more days, especially during high-demand periods.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Use promotions or minimum stay adjustments to improve booking frequency.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7D8AB-AB62-4F3E-9E0F-DADD3B97A3B2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17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13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60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1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2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2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81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2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18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37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city with a red ribbon&#10;&#10;AI-generated content may be incorrect.">
            <a:extLst>
              <a:ext uri="{FF2B5EF4-FFF2-40B4-BE49-F238E27FC236}">
                <a16:creationId xmlns:a16="http://schemas.microsoft.com/office/drawing/2014/main" id="{D716E536-C2D2-0D0E-13D9-CDD85E87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3" b="7813"/>
          <a:stretch/>
        </p:blipFill>
        <p:spPr>
          <a:xfrm>
            <a:off x="408143" y="-238561"/>
            <a:ext cx="1219199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859" y="808945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7200">
                <a:solidFill>
                  <a:srgbClr val="FFFFFF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  <a:latin typeface="Verdana"/>
                <a:ea typeface="+mj-lt"/>
                <a:cs typeface="+mj-lt"/>
              </a:rPr>
              <a:t>Optimizing</a:t>
            </a:r>
            <a:r>
              <a:rPr lang="en-US" sz="1400" b="0">
                <a:solidFill>
                  <a:srgbClr val="FFFFFF"/>
                </a:solidFill>
                <a:ea typeface="+mj-lt"/>
                <a:cs typeface="+mj-lt"/>
              </a:rPr>
              <a:t> </a:t>
            </a:r>
            <a:r>
              <a:rPr lang="en-US" sz="2000" b="0">
                <a:solidFill>
                  <a:srgbClr val="FFFFFF"/>
                </a:solidFill>
                <a:ea typeface="+mj-lt"/>
                <a:cs typeface="+mj-lt"/>
              </a:rPr>
              <a:t> Pricing Strategy in Boston</a:t>
            </a:r>
            <a:r>
              <a:rPr lang="en-US" sz="7200" b="0">
                <a:solidFill>
                  <a:srgbClr val="FFFFFF"/>
                </a:solidFill>
                <a:ea typeface="+mj-lt"/>
                <a:cs typeface="+mj-lt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090" y="2307103"/>
            <a:ext cx="3929240" cy="22483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Team 4</a:t>
            </a:r>
          </a:p>
          <a:p>
            <a:r>
              <a:rPr lang="en-US" sz="1400">
                <a:ea typeface="+mn-lt"/>
                <a:cs typeface="+mn-lt"/>
              </a:rPr>
              <a:t>Shubham</a:t>
            </a:r>
            <a:r>
              <a:rPr lang="en-US" sz="1400">
                <a:solidFill>
                  <a:srgbClr val="FFFFFF"/>
                </a:solidFill>
              </a:rPr>
              <a:t> Kore </a:t>
            </a:r>
          </a:p>
          <a:p>
            <a:r>
              <a:rPr lang="en-US" sz="1400">
                <a:solidFill>
                  <a:srgbClr val="FFFFFF"/>
                </a:solidFill>
              </a:rPr>
              <a:t>Rohini </a:t>
            </a:r>
            <a:r>
              <a:rPr lang="en-US" sz="1400" err="1">
                <a:solidFill>
                  <a:srgbClr val="FFFFFF"/>
                </a:solidFill>
              </a:rPr>
              <a:t>Mallikarjunaiah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Cheyenne Manning</a:t>
            </a:r>
          </a:p>
          <a:p>
            <a:r>
              <a:rPr lang="en-US" sz="1400" err="1">
                <a:solidFill>
                  <a:srgbClr val="FFFFFF"/>
                </a:solidFill>
              </a:rPr>
              <a:t>Napaphach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err="1">
                <a:solidFill>
                  <a:srgbClr val="FFFFFF"/>
                </a:solidFill>
              </a:rPr>
              <a:t>Limsupthana</a:t>
            </a:r>
            <a:endParaRPr lang="en-US" sz="14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86D3-921F-490A-AED9-365B838D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97" y="1161775"/>
            <a:ext cx="10890929" cy="1097280"/>
          </a:xfrm>
        </p:spPr>
        <p:txBody>
          <a:bodyPr/>
          <a:lstStyle/>
          <a:p>
            <a:r>
              <a:rPr lang="en-US"/>
              <a:t>Table of Contents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AB756D6-0580-DFF3-FB92-0579CD7D61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6689" y="1948777"/>
          <a:ext cx="11244319" cy="491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860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BA80-AE61-C37A-420C-A190159E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Grandview Display"/>
                <a:ea typeface="Calibri"/>
                <a:cs typeface="Calibri"/>
              </a:rPr>
              <a:t>Introduction</a:t>
            </a:r>
            <a:endParaRPr lang="en-US">
              <a:latin typeface="Grandview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7FD1A-ADD2-9727-D91D-B1BF18D93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Airbnb has revolutionized the short-term rental industry by offering flexible lodging options across global cities.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Hosts often list rooms or entire properties with minimal data-driven strategy.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Boston, as a city rich in tourism, education, and healthcare traffic, presents a prime market for Airbnb analysis.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science and optimization tools can empower hosts to improve revenue and gain competitive advantage.</a:t>
            </a:r>
          </a:p>
          <a:p>
            <a:r>
              <a:rPr lang="en-US">
                <a:ea typeface="+mn-lt"/>
                <a:cs typeface="+mn-lt"/>
              </a:rPr>
              <a:t>This project combines real Boston listing data with Excel Solver to simulate an optimal pricing strategy.</a:t>
            </a:r>
          </a:p>
          <a:p>
            <a:endParaRPr lang="en-US">
              <a:latin typeface="Grandview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0091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DEBB4-6C07-7E6F-08E0-68132ECA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>
                <a:latin typeface="Calibri"/>
                <a:ea typeface="Calibri"/>
                <a:cs typeface="Calibri"/>
              </a:rPr>
              <a:t>Optimization Problem Type and Variables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9172-6B14-5978-01A9-ED5594C0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66079"/>
            <a:ext cx="10890928" cy="49064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Optimization Type:</a:t>
            </a:r>
            <a:r>
              <a:rPr lang="en-US">
                <a:latin typeface="Grandview Display"/>
                <a:ea typeface="Calibri"/>
                <a:cs typeface="Calibri"/>
              </a:rPr>
              <a:t> Linear Programming (LP)</a:t>
            </a:r>
            <a:endParaRPr lang="en-US">
              <a:latin typeface="Grandview Display"/>
            </a:endParaRPr>
          </a:p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Tool: </a:t>
            </a:r>
            <a:r>
              <a:rPr lang="en-US">
                <a:latin typeface="Grandview Display"/>
                <a:ea typeface="Calibri"/>
                <a:cs typeface="Calibri"/>
              </a:rPr>
              <a:t>Excel Solver with Simplex LP Method</a:t>
            </a:r>
            <a:endParaRPr lang="en-US">
              <a:latin typeface="Grandview Display"/>
            </a:endParaRPr>
          </a:p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Objective Function:</a:t>
            </a:r>
            <a:endParaRPr lang="en-US" b="1">
              <a:latin typeface="Grandview Display"/>
            </a:endParaRPr>
          </a:p>
          <a:p>
            <a:pPr marL="0" indent="0">
              <a:buNone/>
            </a:pPr>
            <a:r>
              <a:rPr lang="en-US">
                <a:latin typeface="Grandview Display"/>
                <a:ea typeface="Calibri"/>
                <a:cs typeface="Calibri"/>
              </a:rPr>
              <a:t>Maximize Total Expected Revenue = SUM(Adjusted Price * Occupancy Rate * Available Days)</a:t>
            </a:r>
            <a:endParaRPr lang="en-US">
              <a:latin typeface="Grandview Display"/>
            </a:endParaRPr>
          </a:p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Decision Variable:</a:t>
            </a:r>
            <a:endParaRPr lang="en-US" b="1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Adjusted Price ($) for each listing </a:t>
            </a:r>
            <a:r>
              <a:rPr lang="en-US">
                <a:latin typeface="Grandview Display"/>
                <a:cs typeface="Arial"/>
              </a:rPr>
              <a:t>•</a:t>
            </a:r>
            <a:endParaRPr lang="en-US">
              <a:latin typeface="Grandview Display"/>
            </a:endParaRPr>
          </a:p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Constraints:</a:t>
            </a:r>
            <a:endParaRPr lang="en-US" b="1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50 ≤ Adjusted Price ≤ 300 (Price bounds)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Fixed Occupancy Rate (%) and Availability (Days)</a:t>
            </a:r>
            <a:endParaRPr lang="en-US">
              <a:latin typeface="Grandview Display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9E4281FC-D32E-11A4-83FE-BB2148323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28"/>
            <a:ext cx="12192000" cy="682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663A-2DE3-3F95-2DCB-4F50D585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Airbnb 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9CDA-D4F6-0597-226B-EB8E83DD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ea typeface="+mn-lt"/>
                <a:cs typeface="+mn-lt"/>
              </a:rPr>
              <a:t>Boston is among the top Airbnb cities in the U.S. due to its student population, tourists, and business travelers.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Neighborhood diversity (Back Bay vs. Dorchester) causes wide variability in listing performance.</a:t>
            </a:r>
          </a:p>
          <a:p>
            <a:r>
              <a:rPr lang="en-US">
                <a:ea typeface="+mn-lt"/>
                <a:cs typeface="+mn-lt"/>
              </a:rPr>
              <a:t>Common issues for hosts include seasonal demand fluctuations, underpricing, or overpricing relative to location.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Listings vary in occupancy rates, availability days, and base prices, creating opportunities for targeted optimization.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Airbnb does not offer granular price guidance to every host—making this model valuable.</a:t>
            </a:r>
          </a:p>
          <a:p>
            <a:endParaRPr lang="en-US">
              <a:latin typeface="Grandview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094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90065-E64B-F075-3127-CB0C6536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&amp;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CA58E-231D-80CC-F7B3-F13C4B753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4000" b="1">
                <a:ea typeface="+mn-lt"/>
                <a:cs typeface="+mn-lt"/>
              </a:rPr>
              <a:t>Problem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/>
              <a:cs typeface="Calibri"/>
            </a:endParaRPr>
          </a:p>
          <a:p>
            <a:pPr marL="342900" indent="-342900"/>
            <a:r>
              <a:rPr lang="en-US">
                <a:ea typeface="+mn-lt"/>
                <a:cs typeface="+mn-lt"/>
              </a:rPr>
              <a:t>Many hosts set prices based on guesswork or fixed competitor tracking, missing out on potential revenue.</a:t>
            </a:r>
            <a:endParaRPr lang="en-US">
              <a:latin typeface="Grandview Display"/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A one-size-fits-all pricing strategy fails in a city with such diverse property types and guest demand zones.</a:t>
            </a:r>
            <a:endParaRPr lang="en-US"/>
          </a:p>
          <a:p>
            <a:pPr marL="0" indent="0">
              <a:buNone/>
            </a:pPr>
            <a:r>
              <a:rPr lang="en-US" sz="4000" b="1">
                <a:latin typeface="Grandview Display"/>
                <a:ea typeface="Calibri"/>
                <a:cs typeface="Calibri"/>
              </a:rPr>
              <a:t>Objectives</a:t>
            </a:r>
            <a:r>
              <a:rPr lang="en-US" b="1">
                <a:latin typeface="Grandview Display"/>
                <a:ea typeface="Calibri"/>
                <a:cs typeface="Calibri"/>
              </a:rPr>
              <a:t>:</a:t>
            </a:r>
            <a:endParaRPr lang="en-US">
              <a:latin typeface="Grandview Display"/>
              <a:ea typeface="Calibri"/>
              <a:cs typeface="Calibri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Identify factors driving Airbnb success in Boston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Use Solver to optimize prices for maximum revenue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Develop KPIs and strategic insights for hosts</a:t>
            </a:r>
            <a:endParaRPr lang="en-US">
              <a:latin typeface="Grandview Display"/>
            </a:endParaRPr>
          </a:p>
          <a:p>
            <a:endParaRPr lang="en-US" sz="32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411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8CC15-4B62-23BE-E9C9-D69F3A41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Research methodology, Data sources &amp; Features</a:t>
            </a:r>
            <a:br>
              <a:rPr lang="en-US"/>
            </a:b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3C140F-8653-40CC-B5F0-2AFF45901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082226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971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E0E8-7992-EF81-0B11-3C8A64F1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 &amp; 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027D0-8498-CF35-F2D1-BFD87EA1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39323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>
                <a:latin typeface="Grandview Display"/>
                <a:ea typeface="Calibri"/>
                <a:cs typeface="Calibri"/>
              </a:rPr>
              <a:t>Engineered features: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Revenue per Day = Revenue / Days Available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Occupancy Weighted Price = Adjusted Price × (Occupancy Rate)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 % Revenue Contribution = Revenue / Total Revenue</a:t>
            </a:r>
            <a:endParaRPr lang="en-US">
              <a:latin typeface="Grandview Display"/>
            </a:endParaRPr>
          </a:p>
          <a:p>
            <a:pPr marL="0" indent="0">
              <a:buNone/>
            </a:pPr>
            <a:r>
              <a:rPr lang="en-US" b="1">
                <a:latin typeface="Grandview Display"/>
                <a:ea typeface="Calibri"/>
                <a:cs typeface="Calibri"/>
              </a:rPr>
              <a:t>Solver Setup:</a:t>
            </a:r>
            <a:endParaRPr lang="en-US" b="1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Objective: Maximize G13 (Total Revenue)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Variable: Adjusted Price (E2:E11)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Constraints: 50 ≤ Price ≤ 300, Solving Method: Simplex LP</a:t>
            </a:r>
            <a:endParaRPr lang="en-US">
              <a:latin typeface="Grandview Display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197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B7A47-EF04-3492-7D62-A4E81194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E51E-FB11-26B1-0C86-790D7C61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90" y="1312986"/>
            <a:ext cx="4150160" cy="1097280"/>
          </a:xfrm>
        </p:spPr>
        <p:txBody>
          <a:bodyPr anchor="t">
            <a:normAutofit fontScale="90000"/>
          </a:bodyPr>
          <a:lstStyle/>
          <a:p>
            <a:r>
              <a:rPr lang="en-US" sz="3600" b="0">
                <a:latin typeface="Calibri"/>
                <a:ea typeface="Calibri"/>
                <a:cs typeface="Calibri"/>
              </a:rPr>
              <a:t>Optimization Results and Key Metrics</a:t>
            </a:r>
            <a:endParaRPr lang="en-US" sz="36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1A00373-6F34-DDF8-50FD-A92276AC9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20155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241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B7386-2BD1-D753-1189-C9EF76A6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1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D309-AC7C-3134-3DCC-B0E97353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>
                <a:latin typeface="Calibri"/>
                <a:ea typeface="Calibri"/>
                <a:cs typeface="Calibri"/>
              </a:rPr>
              <a:t>Visualizations from Excel Model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18DCA9-CDE1-BCD0-3004-A96389390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384" y="2633472"/>
            <a:ext cx="7132320" cy="3566160"/>
          </a:xfrm>
        </p:spPr>
      </p:pic>
    </p:spTree>
    <p:extLst>
      <p:ext uri="{BB962C8B-B14F-4D97-AF65-F5344CB8AC3E}">
        <p14:creationId xmlns:p14="http://schemas.microsoft.com/office/powerpoint/2010/main" val="3164553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5E20-4ED4-2889-8679-D252ED3A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en-US" sz="4400" b="0">
                <a:latin typeface="Calibri"/>
                <a:ea typeface="Calibri"/>
                <a:cs typeface="Calibri"/>
              </a:rPr>
              <a:t>Occupancy Rate by Neighborhood</a:t>
            </a:r>
            <a:endParaRPr lang="en-US"/>
          </a:p>
        </p:txBody>
      </p:sp>
      <p:pic>
        <p:nvPicPr>
          <p:cNvPr id="4" name="Content Placeholder 3" descr="A graph of an occupancy rate&#10;&#10;AI-generated content may be incorrect.">
            <a:extLst>
              <a:ext uri="{FF2B5EF4-FFF2-40B4-BE49-F238E27FC236}">
                <a16:creationId xmlns:a16="http://schemas.microsoft.com/office/drawing/2014/main" id="{8C1B3551-A622-ACAF-0F12-2ADB66CC5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384" y="2633472"/>
            <a:ext cx="7132320" cy="3566160"/>
          </a:xfrm>
        </p:spPr>
      </p:pic>
    </p:spTree>
    <p:extLst>
      <p:ext uri="{BB962C8B-B14F-4D97-AF65-F5344CB8AC3E}">
        <p14:creationId xmlns:p14="http://schemas.microsoft.com/office/powerpoint/2010/main" val="442174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C410-F890-394A-5EBF-6D64239D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Grandview Display"/>
                <a:ea typeface="Cambria"/>
              </a:rPr>
              <a:t>Predictive Modeling and Classification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5E7FB-E0E1-EAF0-7F93-B3E091D8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Grandview Display"/>
                <a:ea typeface="Calibri"/>
                <a:cs typeface="Calibri"/>
              </a:rPr>
              <a:t>Though this project primarily uses optimization, future extensions may include: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Predicting occupancy rate based on listing features using regression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Classifying listings into performance tiers (high, medium, low) using decision trees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Integrating machine learning for dynamic pricing recommendations</a:t>
            </a:r>
            <a:endParaRPr lang="en-US">
              <a:latin typeface="Grandview Display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97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657B-6533-A0F1-88A1-A98A463B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Grandview Display"/>
                <a:ea typeface="Cambria"/>
              </a:rPr>
              <a:t>Geographic Clustering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9A799-C79A-A3FF-060C-BB5649B0F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Grandview Display"/>
                <a:ea typeface="Calibri"/>
                <a:cs typeface="Calibri"/>
              </a:rPr>
              <a:t>Neighborhood clustering helps identify revenue zones: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High-performing clusters: Back Bay, Fenway, Downtown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Mid-performing: Roxbury, East Boston</a:t>
            </a:r>
            <a:endParaRPr lang="en-US">
              <a:latin typeface="Grandview Display"/>
            </a:endParaRPr>
          </a:p>
          <a:p>
            <a:endParaRPr lang="en-US">
              <a:latin typeface="Grandview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2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56E3EED2-73C9-993D-270B-778F6BF3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36"/>
          <a:stretch/>
        </p:blipFill>
        <p:spPr>
          <a:xfrm>
            <a:off x="1977101" y="329763"/>
            <a:ext cx="8229580" cy="582064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551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F35F-85B9-9FA9-F5AE-F694AAD9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Grandview Display"/>
                <a:ea typeface="Cambria"/>
              </a:rPr>
              <a:t>Visualizations and Tableau Dashboard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19B83B-0157-B4FF-B0C0-FB83CC0D3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Grandview Display"/>
                <a:ea typeface="Calibri"/>
                <a:cs typeface="Calibri"/>
              </a:rPr>
              <a:t>The dashboard provides interactive insights: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Total Expected Revenue overview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Revenue per listing and revenue per day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Neighborhood heatmaps of performance</a:t>
            </a:r>
            <a:endParaRPr lang="en-US">
              <a:latin typeface="Grandview Display"/>
            </a:endParaRPr>
          </a:p>
          <a:p>
            <a:r>
              <a:rPr lang="en-US">
                <a:latin typeface="Grandview Display"/>
                <a:ea typeface="Calibri"/>
                <a:cs typeface="Calibri"/>
              </a:rPr>
              <a:t>Filterable by location and price bands</a:t>
            </a:r>
            <a:endParaRPr lang="en-US">
              <a:latin typeface="Grandview Display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79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29B3-DDE0-ED5F-C1C6-E954E42E0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Grandview Display"/>
                <a:ea typeface="Cambria"/>
              </a:rPr>
              <a:t>Discussion of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A6C53-16ED-48E9-8610-DDAD88E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342900" indent="-342900"/>
            <a:r>
              <a:rPr lang="en-US">
                <a:ea typeface="+mn-lt"/>
                <a:cs typeface="+mn-lt"/>
              </a:rPr>
              <a:t>Listings with high occupancy and high availability showed the </a:t>
            </a:r>
            <a:r>
              <a:rPr lang="en-US" b="1">
                <a:ea typeface="+mn-lt"/>
                <a:cs typeface="+mn-lt"/>
              </a:rPr>
              <a:t>greatest revenue potential</a:t>
            </a:r>
            <a:r>
              <a:rPr lang="en-US">
                <a:ea typeface="+mn-lt"/>
                <a:cs typeface="+mn-lt"/>
              </a:rPr>
              <a:t>—even more than location alone.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Every listing was priced at the </a:t>
            </a:r>
            <a:r>
              <a:rPr lang="en-US" b="1">
                <a:ea typeface="+mn-lt"/>
                <a:cs typeface="+mn-lt"/>
              </a:rPr>
              <a:t>maximum bound ($300)</a:t>
            </a:r>
            <a:r>
              <a:rPr lang="en-US">
                <a:ea typeface="+mn-lt"/>
                <a:cs typeface="+mn-lt"/>
              </a:rPr>
              <a:t> in Solver output, showing that demand levels support premium pricing.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Dorchester listings</a:t>
            </a:r>
            <a:r>
              <a:rPr lang="en-US">
                <a:ea typeface="+mn-lt"/>
                <a:cs typeface="+mn-lt"/>
              </a:rPr>
              <a:t> had lower returns despite similar prices due to lower occupancy and fewer available days.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Revenue per Day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Occupancy-Weighted Price</a:t>
            </a:r>
            <a:r>
              <a:rPr lang="en-US">
                <a:ea typeface="+mn-lt"/>
                <a:cs typeface="+mn-lt"/>
              </a:rPr>
              <a:t> are better decision metrics than Total Revenue alone.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Solver returned </a:t>
            </a:r>
            <a:r>
              <a:rPr lang="en-US" b="1">
                <a:ea typeface="+mn-lt"/>
                <a:cs typeface="+mn-lt"/>
              </a:rPr>
              <a:t>no binding constraints</a:t>
            </a:r>
            <a:r>
              <a:rPr lang="en-US">
                <a:ea typeface="+mn-lt"/>
                <a:cs typeface="+mn-lt"/>
              </a:rPr>
              <a:t>, which highlights that the model could scale or include more complex boundaries in the future.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Insights can be used to form </a:t>
            </a:r>
            <a:r>
              <a:rPr lang="en-US" b="1">
                <a:ea typeface="+mn-lt"/>
                <a:cs typeface="+mn-lt"/>
              </a:rPr>
              <a:t>dynamic pricing bands by neighborhood cluster</a:t>
            </a:r>
            <a:r>
              <a:rPr lang="en-US">
                <a:ea typeface="+mn-lt"/>
                <a:cs typeface="+mn-lt"/>
              </a:rPr>
              <a:t> or </a:t>
            </a:r>
            <a:r>
              <a:rPr lang="en-US" b="1">
                <a:ea typeface="+mn-lt"/>
                <a:cs typeface="+mn-lt"/>
              </a:rPr>
              <a:t>tiered revenue targets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88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96142-7751-D8DE-1493-D43A09E0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>
                <a:latin typeface="Grandview Display"/>
                <a:ea typeface="Cambria"/>
              </a:rPr>
              <a:t>Limitations 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D5BA5-BA08-0DF5-741F-CE08A20E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9" y="2633236"/>
            <a:ext cx="7062567" cy="4229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10000"/>
              </a:lnSpc>
            </a:pPr>
            <a:r>
              <a:rPr lang="en-US" sz="1800">
                <a:latin typeface="Grandview Display"/>
                <a:ea typeface="Calibri"/>
                <a:cs typeface="Calibri"/>
              </a:rPr>
              <a:t>Sample limited to 10 listings</a:t>
            </a:r>
            <a:endParaRPr lang="en-US" sz="18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With a larger dataset there would be stronger patterns and better pricing rules. 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randview Display"/>
                <a:ea typeface="Calibri"/>
                <a:cs typeface="Calibri"/>
              </a:rPr>
              <a:t> Static occupancy rates</a:t>
            </a:r>
            <a:endParaRPr lang="en-US" sz="1800">
              <a:latin typeface="Grandview Display"/>
            </a:endParaRP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Occupancy was treated as a fixed input and not responsive to change.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randview Display"/>
                <a:ea typeface="Calibri"/>
                <a:cs typeface="Calibri"/>
              </a:rPr>
              <a:t> Revenue optimized, not profit (no cost data included)</a:t>
            </a:r>
            <a:endParaRPr lang="en-US" sz="1800">
              <a:latin typeface="Grandview Display"/>
            </a:endParaRPr>
          </a:p>
          <a:p>
            <a:pPr>
              <a:lnSpc>
                <a:spcPct val="110000"/>
              </a:lnSpc>
            </a:pPr>
            <a:r>
              <a:rPr lang="en-US" sz="1800">
                <a:latin typeface="Grandview Display"/>
                <a:ea typeface="Calibri"/>
                <a:cs typeface="Calibri"/>
              </a:rPr>
              <a:t>No seasonal or time-based variation </a:t>
            </a: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>
                <a:latin typeface="Grandview Display"/>
                <a:ea typeface="Calibri"/>
                <a:cs typeface="Calibri"/>
              </a:rPr>
              <a:t>We know there is fluctuation in visitor traffic in Boston due to holidays, university events/ academic calendar, weather, etc...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>
              <a:latin typeface="Grandview Display"/>
              <a:ea typeface="Calibri"/>
              <a:cs typeface="Arial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500" b="1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500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7" name="Graphic 6" descr="Home">
            <a:extLst>
              <a:ext uri="{FF2B5EF4-FFF2-40B4-BE49-F238E27FC236}">
                <a16:creationId xmlns:a16="http://schemas.microsoft.com/office/drawing/2014/main" id="{3AD1CB50-BE5C-92E6-5A83-8E348B7EE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60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9EF25-69C9-D28B-7B34-456C92B7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8883" y="1031631"/>
            <a:ext cx="6034187" cy="1097280"/>
          </a:xfrm>
        </p:spPr>
        <p:txBody>
          <a:bodyPr>
            <a:normAutofit/>
          </a:bodyPr>
          <a:lstStyle/>
          <a:p>
            <a:r>
              <a:rPr lang="en-US" b="0">
                <a:latin typeface="Calibri"/>
                <a:ea typeface="Calibri"/>
                <a:cs typeface="Calibri"/>
              </a:rPr>
              <a:t>Conclusion</a:t>
            </a:r>
            <a:endParaRPr lang="en-US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D8729B19-04F3-2971-3D99-1DC66355F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3" r="48243" b="-3"/>
          <a:stretch/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7A63-791D-9F29-2584-88AE0586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052" y="1718836"/>
            <a:ext cx="7323725" cy="51417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1400">
                <a:latin typeface="Grandview Display"/>
                <a:ea typeface="Calibri"/>
                <a:cs typeface="Calibri"/>
              </a:rPr>
              <a:t>Key achievements:</a:t>
            </a:r>
            <a:endParaRPr lang="en-US" sz="1400">
              <a:ea typeface="Calibri"/>
              <a:cs typeface="Calibri"/>
            </a:endParaRPr>
          </a:p>
          <a:p>
            <a:pPr marL="607695" lvl="1" indent="-342900">
              <a:lnSpc>
                <a:spcPct val="110000"/>
              </a:lnSpc>
            </a:pPr>
            <a:r>
              <a:rPr lang="en-US" sz="1400">
                <a:latin typeface="Grandview Display"/>
                <a:ea typeface="Calibri"/>
                <a:cs typeface="Calibri"/>
              </a:rPr>
              <a:t>We were able to demonstrate that data-driven pricing can positively impact Airbnb revenue.</a:t>
            </a:r>
          </a:p>
          <a:p>
            <a:pPr marL="607695" lvl="1" indent="-342900">
              <a:lnSpc>
                <a:spcPct val="110000"/>
              </a:lnSpc>
            </a:pPr>
            <a:r>
              <a:rPr lang="en-US" sz="1400">
                <a:latin typeface="Grandview Display"/>
                <a:ea typeface="Calibri"/>
                <a:cs typeface="Calibri"/>
              </a:rPr>
              <a:t>Successfully use excel solver to optimize within real-world constraints.</a:t>
            </a:r>
            <a:endParaRPr lang="en-US" sz="1400"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Host takeaways</a:t>
            </a:r>
          </a:p>
          <a:p>
            <a:pPr marL="607695" lvl="1" indent="-342900"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Use data to set prices rather than relying on fixed pricing or matching competitors. </a:t>
            </a:r>
          </a:p>
          <a:p>
            <a:pPr marL="607695" lvl="1" indent="-342900">
              <a:lnSpc>
                <a:spcPct val="110000"/>
              </a:lnSpc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Maximize occupancy &amp; availability</a:t>
            </a:r>
          </a:p>
          <a:p>
            <a:pPr marL="84582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1400">
                <a:ea typeface="Calibri"/>
                <a:cs typeface="Calibri"/>
              </a:rPr>
              <a:t>We found listings with high number of days and occupancy rates outperformed listings in premium neighborhoods in terms of revenue. </a:t>
            </a:r>
          </a:p>
          <a:p>
            <a:pPr marL="342900" indent="-342900">
              <a:lnSpc>
                <a:spcPct val="110000"/>
              </a:lnSpc>
            </a:pPr>
            <a:r>
              <a:rPr lang="en-US" sz="1400">
                <a:ea typeface="Calibri"/>
                <a:cs typeface="Calibri"/>
              </a:rPr>
              <a:t>Next Steps:</a:t>
            </a:r>
          </a:p>
          <a:p>
            <a:pPr marL="607695" lvl="1" indent="-342900">
              <a:lnSpc>
                <a:spcPct val="110000"/>
              </a:lnSpc>
            </a:pPr>
            <a:r>
              <a:rPr lang="en-US" sz="1400">
                <a:ea typeface="Calibri"/>
                <a:cs typeface="Calibri"/>
              </a:rPr>
              <a:t>Expand the model to include seasonal trends then move on to including predictive occupancy.</a:t>
            </a:r>
          </a:p>
          <a:p>
            <a:pPr marL="607695" lvl="1" indent="-342900">
              <a:lnSpc>
                <a:spcPct val="110000"/>
              </a:lnSpc>
            </a:pPr>
            <a:r>
              <a:rPr lang="en-US" sz="1400">
                <a:ea typeface="Calibri"/>
                <a:cs typeface="Calibri"/>
              </a:rPr>
              <a:t>Apply the same framework to other cities and compare the benefits. </a:t>
            </a:r>
          </a:p>
          <a:p>
            <a:pPr marL="607695" lvl="1" indent="-342900">
              <a:lnSpc>
                <a:spcPct val="110000"/>
              </a:lnSpc>
            </a:pPr>
            <a:r>
              <a:rPr lang="en-US" sz="1400">
                <a:ea typeface="Calibri"/>
                <a:cs typeface="Calibri"/>
              </a:rPr>
              <a:t>Incorporate some type of profitability analysis. For this we would examining:</a:t>
            </a:r>
          </a:p>
          <a:p>
            <a:pPr marL="845820" lvl="2" indent="-342900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 sz="1400">
                <a:ea typeface="Calibri"/>
                <a:cs typeface="Calibri"/>
              </a:rPr>
              <a:t>Cleaning fees</a:t>
            </a:r>
          </a:p>
          <a:p>
            <a:pPr marL="845820" lvl="2" indent="-342900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 sz="1400">
                <a:ea typeface="Calibri"/>
                <a:cs typeface="Calibri"/>
              </a:rPr>
              <a:t>Platform fees</a:t>
            </a:r>
          </a:p>
          <a:p>
            <a:pPr marL="845820" lvl="2" indent="-342900">
              <a:lnSpc>
                <a:spcPct val="110000"/>
              </a:lnSpc>
              <a:buFont typeface="Wingdings" panose="020B0604020202020204" pitchFamily="34" charset="0"/>
              <a:buChar char="§"/>
            </a:pPr>
            <a:r>
              <a:rPr lang="en-US" sz="1400">
                <a:ea typeface="Calibri"/>
                <a:cs typeface="Calibri"/>
              </a:rPr>
              <a:t>City/ regulation costs, etc...</a:t>
            </a:r>
          </a:p>
          <a:p>
            <a:pPr marL="493395" lvl="1">
              <a:lnSpc>
                <a:spcPct val="110000"/>
              </a:lnSpc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258131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1007</Words>
  <Application>Microsoft Macintosh PowerPoint</Application>
  <PresentationFormat>Widescreen</PresentationFormat>
  <Paragraphs>130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Courier New</vt:lpstr>
      <vt:lpstr>Grandview Display</vt:lpstr>
      <vt:lpstr>Neue Haas Grotesk Text Pro</vt:lpstr>
      <vt:lpstr>Verdana</vt:lpstr>
      <vt:lpstr>Wingdings</vt:lpstr>
      <vt:lpstr>Wingdings,Sans-Serif</vt:lpstr>
      <vt:lpstr>DashVTI</vt:lpstr>
      <vt:lpstr> Optimizing  Pricing Strategy in Boston </vt:lpstr>
      <vt:lpstr>Table of Contents</vt:lpstr>
      <vt:lpstr>Introduction</vt:lpstr>
      <vt:lpstr>Optimization Problem Type and Variables</vt:lpstr>
      <vt:lpstr>PowerPoint Presentation</vt:lpstr>
      <vt:lpstr>Airbnb Background </vt:lpstr>
      <vt:lpstr>Problem statement &amp; objective </vt:lpstr>
      <vt:lpstr>Research methodology, Data sources &amp; Features </vt:lpstr>
      <vt:lpstr>Data Preprocessing &amp; Feature Engineering</vt:lpstr>
      <vt:lpstr>Optimization Results and Key Metrics</vt:lpstr>
      <vt:lpstr>PowerPoint Presentation</vt:lpstr>
      <vt:lpstr>Visualizations from Excel Model</vt:lpstr>
      <vt:lpstr>Occupancy Rate by Neighborhood</vt:lpstr>
      <vt:lpstr>Predictive Modeling and Classification</vt:lpstr>
      <vt:lpstr>Geographic Clustering</vt:lpstr>
      <vt:lpstr>PowerPoint Presentation</vt:lpstr>
      <vt:lpstr>Visualizations and Tableau Dashboard</vt:lpstr>
      <vt:lpstr>Discussion of Insights</vt:lpstr>
      <vt:lpstr>Limitations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Rohini Mallikarjunaiah</cp:lastModifiedBy>
  <cp:revision>2</cp:revision>
  <dcterms:created xsi:type="dcterms:W3CDTF">2025-04-26T03:50:28Z</dcterms:created>
  <dcterms:modified xsi:type="dcterms:W3CDTF">2025-05-05T03:36:34Z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2025-05-01T05:21:53Z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2282d5a9-7d12-4201-9b9d-3e06af0695a0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50, 3, 0, 1</vt:lpwstr>
  </property>
</Properties>
</file>